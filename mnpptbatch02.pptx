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8"/>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2" r:id="rId15"/>
    <p:sldId id="270" r:id="rId16"/>
    <p:sldId id="271" r:id="rId17"/>
  </p:sldIdLst>
  <p:sldSz cx="9144000" cy="5143500" type="screen16x9"/>
  <p:notesSz cx="6858000" cy="9144000"/>
  <p:embeddedFontLst>
    <p:embeddedFont>
      <p:font typeface="Cairo" panose="020B0604020202020204" charset="-78"/>
      <p:regular r:id="rId19"/>
    </p:embeddedFont>
    <p:embeddedFont>
      <p:font typeface="Nunito Light" pitchFamily="2" charset="0"/>
      <p:regular r:id="rId20"/>
      <p:italic r:id="rId21"/>
    </p:embeddedFont>
    <p:embeddedFont>
      <p:font typeface="Open Sans" panose="020B0606030504020204" pitchFamily="34" charset="0"/>
      <p:regular r:id="rId22"/>
      <p:bold r:id="rId23"/>
      <p:italic r:id="rId24"/>
      <p:boldItalic r:id="rId25"/>
    </p:embeddedFont>
    <p:embeddedFont>
      <p:font typeface="PT Sans" panose="020B0503020203020204" pitchFamily="34" charset="0"/>
      <p:regular r:id="rId26"/>
    </p:embeddedFont>
    <p:embeddedFont>
      <p:font typeface="Raleway" pitchFamily="2" charset="0"/>
      <p:regular r:id="rId27"/>
      <p:bold r:id="rId28"/>
      <p:italic r:id="rId29"/>
      <p:boldItalic r:id="rId30"/>
    </p:embeddedFont>
    <p:embeddedFont>
      <p:font typeface="Space Grotesk" panose="020B0604020202020204" charset="0"/>
      <p:regular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521415D9-36F7-43E2-AB2F-B90AF26B5E84}">
      <p14:sectionLst xmlns:p14="http://schemas.microsoft.com/office/powerpoint/2010/main">
        <p14:section name="Default Section" id="{7C62746E-99E5-4D5B-B94B-136E66EB604D}">
          <p14:sldIdLst>
            <p14:sldId id="256"/>
            <p14:sldId id="258"/>
            <p14:sldId id="259"/>
            <p14:sldId id="260"/>
            <p14:sldId id="261"/>
            <p14:sldId id="262"/>
            <p14:sldId id="263"/>
            <p14:sldId id="264"/>
            <p14:sldId id="265"/>
            <p14:sldId id="266"/>
            <p14:sldId id="267"/>
            <p14:sldId id="268"/>
            <p14:sldId id="269"/>
            <p14:sldId id="272"/>
            <p14:sldId id="270"/>
            <p14:sldId id="271"/>
          </p14:sldIdLst>
        </p14:section>
        <p14:section name="Untitled Section" id="{5B09868D-9D9D-4AA5-B7EA-1F1A926F39DF}">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792"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font" Target="fonts/font1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7" name="Google Shape;247;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6" name="Google Shape;266;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panose="020B0604020202020204"/>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sz="1200" i="1">
              <a:solidFill>
                <a:srgbClr val="595959"/>
              </a:solidFill>
              <a:latin typeface="Anaheim"/>
              <a:ea typeface="Anaheim"/>
              <a:cs typeface="Anaheim"/>
              <a:sym typeface="Anaheim"/>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hyperlink" Target="https://bit.ly/3A1uf1Q" TargetMode="External"/><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hyperlink" Target="http://bit.ly/2TtBDfr" TargetMode="External"/><Relationship Id="rId4" Type="http://schemas.openxmlformats.org/officeDocument/2006/relationships/hyperlink" Target="http://bit.ly/2TyoMsr" TargetMode="Externa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13225" y="2205375"/>
            <a:ext cx="5257800" cy="1614000"/>
          </a:xfrm>
          <a:prstGeom prst="rect">
            <a:avLst/>
          </a:prstGeom>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4800">
                <a:solidFill>
                  <a:srgbClr val="241160"/>
                </a:solidFill>
              </a:defRPr>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713225" y="3885650"/>
            <a:ext cx="3690600" cy="468600"/>
          </a:xfrm>
          <a:prstGeom prst="rect">
            <a:avLst/>
          </a:prstGeom>
          <a:solidFill>
            <a:schemeClr val="dk2"/>
          </a:solidFill>
        </p:spPr>
        <p:txBody>
          <a:bodyPr spcFirstLastPara="1" wrap="square" lIns="91425" tIns="91425" rIns="91425" bIns="91425" anchor="t" anchorCtr="0">
            <a:noAutofit/>
          </a:bodyPr>
          <a:lstStyle>
            <a:lvl1pPr lvl="0">
              <a:lnSpc>
                <a:spcPct val="100000"/>
              </a:lnSpc>
              <a:spcBef>
                <a:spcPts val="0"/>
              </a:spcBef>
              <a:spcAft>
                <a:spcPts val="0"/>
              </a:spcAft>
              <a:buSzPts val="12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pic>
        <p:nvPicPr>
          <p:cNvPr id="11" name="Google Shape;11;p2"/>
          <p:cNvPicPr preferRelativeResize="0"/>
          <p:nvPr/>
        </p:nvPicPr>
        <p:blipFill>
          <a:blip r:embed="rId2"/>
          <a:stretch>
            <a:fillRect/>
          </a:stretch>
        </p:blipFill>
        <p:spPr>
          <a:xfrm rot="10800000" flipH="1">
            <a:off x="0" y="0"/>
            <a:ext cx="4727801" cy="225687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grpSp>
        <p:nvGrpSpPr>
          <p:cNvPr id="17" name="Google Shape;17;p4"/>
          <p:cNvGrpSpPr/>
          <p:nvPr/>
        </p:nvGrpSpPr>
        <p:grpSpPr>
          <a:xfrm>
            <a:off x="0" y="0"/>
            <a:ext cx="9144001" cy="5143500"/>
            <a:chOff x="0" y="0"/>
            <a:chExt cx="9144001" cy="5143500"/>
          </a:xfrm>
        </p:grpSpPr>
        <p:pic>
          <p:nvPicPr>
            <p:cNvPr id="18" name="Google Shape;18;p4"/>
            <p:cNvPicPr preferRelativeResize="0"/>
            <p:nvPr/>
          </p:nvPicPr>
          <p:blipFill>
            <a:blip r:embed="rId2"/>
            <a:stretch>
              <a:fillRect/>
            </a:stretch>
          </p:blipFill>
          <p:spPr>
            <a:xfrm rot="10800000" flipH="1">
              <a:off x="0" y="2052950"/>
              <a:ext cx="4220500" cy="3090550"/>
            </a:xfrm>
            <a:prstGeom prst="rect">
              <a:avLst/>
            </a:prstGeom>
            <a:noFill/>
            <a:ln>
              <a:noFill/>
            </a:ln>
          </p:spPr>
        </p:pic>
        <p:pic>
          <p:nvPicPr>
            <p:cNvPr id="19" name="Google Shape;19;p4"/>
            <p:cNvPicPr preferRelativeResize="0"/>
            <p:nvPr/>
          </p:nvPicPr>
          <p:blipFill>
            <a:blip r:embed="rId3"/>
            <a:stretch>
              <a:fillRect/>
            </a:stretch>
          </p:blipFill>
          <p:spPr>
            <a:xfrm rot="10800000" flipH="1">
              <a:off x="6764924" y="0"/>
              <a:ext cx="2379077" cy="3237334"/>
            </a:xfrm>
            <a:prstGeom prst="rect">
              <a:avLst/>
            </a:prstGeom>
            <a:noFill/>
            <a:ln>
              <a:noFill/>
            </a:ln>
          </p:spPr>
        </p:pic>
      </p:grpSp>
      <p:sp>
        <p:nvSpPr>
          <p:cNvPr id="20" name="Google Shape;20;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1" name="Google Shape;21;p4"/>
          <p:cNvSpPr txBox="1">
            <a:spLocks noGrp="1"/>
          </p:cNvSpPr>
          <p:nvPr>
            <p:ph type="body" idx="1"/>
          </p:nvPr>
        </p:nvSpPr>
        <p:spPr>
          <a:xfrm>
            <a:off x="720000" y="1090229"/>
            <a:ext cx="7704000" cy="348600"/>
          </a:xfrm>
          <a:prstGeom prst="rect">
            <a:avLst/>
          </a:prstGeom>
        </p:spPr>
        <p:txBody>
          <a:bodyPr spcFirstLastPara="1" wrap="square" lIns="91425" tIns="91425" rIns="91425" bIns="91425" anchor="t" anchorCtr="0">
            <a:noAutofit/>
          </a:bodyPr>
          <a:lstStyle>
            <a:lvl1pPr marL="457200" lvl="0" indent="-304800" rtl="0">
              <a:lnSpc>
                <a:spcPct val="100000"/>
              </a:lnSpc>
              <a:spcBef>
                <a:spcPts val="0"/>
              </a:spcBef>
              <a:spcAft>
                <a:spcPts val="0"/>
              </a:spcAft>
              <a:buSzPts val="1200"/>
              <a:buFont typeface="Nunito Light"/>
              <a:buChar char="●"/>
              <a:defRPr/>
            </a:lvl1pPr>
            <a:lvl2pPr marL="914400" lvl="1" indent="-304800" rtl="0">
              <a:lnSpc>
                <a:spcPct val="100000"/>
              </a:lnSpc>
              <a:spcBef>
                <a:spcPts val="0"/>
              </a:spcBef>
              <a:spcAft>
                <a:spcPts val="0"/>
              </a:spcAft>
              <a:buSzPts val="1200"/>
              <a:buFont typeface="Nunito Light"/>
              <a:buChar char="○"/>
              <a:defRPr/>
            </a:lvl2pPr>
            <a:lvl3pPr marL="1371600" lvl="2" indent="-304800" rtl="0">
              <a:lnSpc>
                <a:spcPct val="100000"/>
              </a:lnSpc>
              <a:spcBef>
                <a:spcPts val="0"/>
              </a:spcBef>
              <a:spcAft>
                <a:spcPts val="0"/>
              </a:spcAft>
              <a:buSzPts val="1200"/>
              <a:buFont typeface="Nunito Light"/>
              <a:buChar char="■"/>
              <a:defRPr/>
            </a:lvl3pPr>
            <a:lvl4pPr marL="1828800" lvl="3" indent="-304800" rtl="0">
              <a:lnSpc>
                <a:spcPct val="100000"/>
              </a:lnSpc>
              <a:spcBef>
                <a:spcPts val="0"/>
              </a:spcBef>
              <a:spcAft>
                <a:spcPts val="0"/>
              </a:spcAft>
              <a:buSzPts val="1200"/>
              <a:buFont typeface="Nunito Light"/>
              <a:buChar char="●"/>
              <a:defRPr/>
            </a:lvl4pPr>
            <a:lvl5pPr marL="2286000" lvl="4" indent="-304800" rtl="0">
              <a:lnSpc>
                <a:spcPct val="100000"/>
              </a:lnSpc>
              <a:spcBef>
                <a:spcPts val="0"/>
              </a:spcBef>
              <a:spcAft>
                <a:spcPts val="0"/>
              </a:spcAft>
              <a:buSzPts val="1200"/>
              <a:buFont typeface="Nunito Light"/>
              <a:buChar char="○"/>
              <a:defRPr/>
            </a:lvl5pPr>
            <a:lvl6pPr marL="2743200" lvl="5" indent="-304800" rtl="0">
              <a:lnSpc>
                <a:spcPct val="100000"/>
              </a:lnSpc>
              <a:spcBef>
                <a:spcPts val="0"/>
              </a:spcBef>
              <a:spcAft>
                <a:spcPts val="0"/>
              </a:spcAft>
              <a:buSzPts val="1200"/>
              <a:buFont typeface="Nunito Light"/>
              <a:buChar char="■"/>
              <a:defRPr/>
            </a:lvl6pPr>
            <a:lvl7pPr marL="3200400" lvl="6" indent="-304800" rtl="0">
              <a:lnSpc>
                <a:spcPct val="100000"/>
              </a:lnSpc>
              <a:spcBef>
                <a:spcPts val="0"/>
              </a:spcBef>
              <a:spcAft>
                <a:spcPts val="0"/>
              </a:spcAft>
              <a:buSzPts val="1200"/>
              <a:buFont typeface="Nunito Light"/>
              <a:buChar char="●"/>
              <a:defRPr/>
            </a:lvl7pPr>
            <a:lvl8pPr marL="3657600" lvl="7" indent="-304800" rtl="0">
              <a:lnSpc>
                <a:spcPct val="100000"/>
              </a:lnSpc>
              <a:spcBef>
                <a:spcPts val="0"/>
              </a:spcBef>
              <a:spcAft>
                <a:spcPts val="0"/>
              </a:spcAft>
              <a:buSzPts val="1200"/>
              <a:buFont typeface="Nunito Light"/>
              <a:buChar char="○"/>
              <a:defRPr/>
            </a:lvl8pPr>
            <a:lvl9pPr marL="4114800" lvl="8" indent="-304800" rtl="0">
              <a:lnSpc>
                <a:spcPct val="100000"/>
              </a:lnSpc>
              <a:spcBef>
                <a:spcPts val="0"/>
              </a:spcBef>
              <a:spcAft>
                <a:spcPts val="0"/>
              </a:spcAft>
              <a:buSzPts val="1200"/>
              <a:buFont typeface="Nunito Light"/>
              <a:buChar char="■"/>
              <a:defRPr/>
            </a:lvl9pPr>
          </a:lstStyle>
          <a:p>
            <a:endParaRPr/>
          </a:p>
        </p:txBody>
      </p:sp>
      <p:grpSp>
        <p:nvGrpSpPr>
          <p:cNvPr id="22" name="Google Shape;22;p4"/>
          <p:cNvGrpSpPr/>
          <p:nvPr/>
        </p:nvGrpSpPr>
        <p:grpSpPr>
          <a:xfrm rot="10800000">
            <a:off x="6704226" y="3811697"/>
            <a:ext cx="4574075" cy="3479350"/>
            <a:chOff x="1522650" y="1117750"/>
            <a:chExt cx="4574075" cy="3479350"/>
          </a:xfrm>
        </p:grpSpPr>
        <p:sp>
          <p:nvSpPr>
            <p:cNvPr id="23" name="Google Shape;23;p4"/>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4"/>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5"/>
        <p:cNvGrpSpPr/>
        <p:nvPr/>
      </p:nvGrpSpPr>
      <p:grpSpPr>
        <a:xfrm>
          <a:off x="0" y="0"/>
          <a:ext cx="0" cy="0"/>
          <a:chOff x="0" y="0"/>
          <a:chExt cx="0" cy="0"/>
        </a:xfrm>
      </p:grpSpPr>
      <p:sp>
        <p:nvSpPr>
          <p:cNvPr id="26" name="Google Shape;26;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7" name="Google Shape;27;p5"/>
          <p:cNvSpPr txBox="1">
            <a:spLocks noGrp="1"/>
          </p:cNvSpPr>
          <p:nvPr>
            <p:ph type="subTitle" idx="1"/>
          </p:nvPr>
        </p:nvSpPr>
        <p:spPr>
          <a:xfrm>
            <a:off x="4911639" y="2679824"/>
            <a:ext cx="2424300" cy="1526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8" name="Google Shape;28;p5"/>
          <p:cNvSpPr txBox="1">
            <a:spLocks noGrp="1"/>
          </p:cNvSpPr>
          <p:nvPr>
            <p:ph type="subTitle" idx="2"/>
          </p:nvPr>
        </p:nvSpPr>
        <p:spPr>
          <a:xfrm>
            <a:off x="1808050" y="2679824"/>
            <a:ext cx="2424300" cy="1526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9" name="Google Shape;29;p5"/>
          <p:cNvSpPr txBox="1">
            <a:spLocks noGrp="1"/>
          </p:cNvSpPr>
          <p:nvPr>
            <p:ph type="subTitle" idx="3"/>
          </p:nvPr>
        </p:nvSpPr>
        <p:spPr>
          <a:xfrm>
            <a:off x="1808050" y="2244217"/>
            <a:ext cx="2424300" cy="449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30" name="Google Shape;30;p5"/>
          <p:cNvSpPr txBox="1">
            <a:spLocks noGrp="1"/>
          </p:cNvSpPr>
          <p:nvPr>
            <p:ph type="subTitle" idx="4"/>
          </p:nvPr>
        </p:nvSpPr>
        <p:spPr>
          <a:xfrm>
            <a:off x="4911639" y="2244217"/>
            <a:ext cx="2424300" cy="4497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grpSp>
        <p:nvGrpSpPr>
          <p:cNvPr id="31" name="Google Shape;31;p5"/>
          <p:cNvGrpSpPr/>
          <p:nvPr/>
        </p:nvGrpSpPr>
        <p:grpSpPr>
          <a:xfrm>
            <a:off x="0" y="4"/>
            <a:ext cx="9144004" cy="5143496"/>
            <a:chOff x="0" y="4"/>
            <a:chExt cx="9144004" cy="5143496"/>
          </a:xfrm>
        </p:grpSpPr>
        <p:pic>
          <p:nvPicPr>
            <p:cNvPr id="32" name="Google Shape;32;p5"/>
            <p:cNvPicPr preferRelativeResize="0"/>
            <p:nvPr/>
          </p:nvPicPr>
          <p:blipFill>
            <a:blip r:embed="rId2"/>
            <a:stretch>
              <a:fillRect/>
            </a:stretch>
          </p:blipFill>
          <p:spPr>
            <a:xfrm rot="-5400000">
              <a:off x="-564975" y="1487975"/>
              <a:ext cx="4220500" cy="3090550"/>
            </a:xfrm>
            <a:prstGeom prst="rect">
              <a:avLst/>
            </a:prstGeom>
            <a:noFill/>
            <a:ln>
              <a:noFill/>
            </a:ln>
          </p:spPr>
        </p:pic>
        <p:pic>
          <p:nvPicPr>
            <p:cNvPr id="33" name="Google Shape;33;p5"/>
            <p:cNvPicPr preferRelativeResize="0"/>
            <p:nvPr/>
          </p:nvPicPr>
          <p:blipFill>
            <a:blip r:embed="rId3"/>
            <a:stretch>
              <a:fillRect/>
            </a:stretch>
          </p:blipFill>
          <p:spPr>
            <a:xfrm rot="-5400000">
              <a:off x="6335799" y="-429125"/>
              <a:ext cx="2379077" cy="3237334"/>
            </a:xfrm>
            <a:prstGeom prst="rect">
              <a:avLst/>
            </a:prstGeom>
            <a:noFill/>
            <a:ln>
              <a:noFill/>
            </a:ln>
          </p:spPr>
        </p:pic>
      </p:grpSp>
      <p:grpSp>
        <p:nvGrpSpPr>
          <p:cNvPr id="34" name="Google Shape;34;p5"/>
          <p:cNvGrpSpPr/>
          <p:nvPr/>
        </p:nvGrpSpPr>
        <p:grpSpPr>
          <a:xfrm rot="-10539848" flipH="1">
            <a:off x="6108563" y="4049075"/>
            <a:ext cx="4573901" cy="3479217"/>
            <a:chOff x="1522650" y="1117750"/>
            <a:chExt cx="4574075" cy="3479350"/>
          </a:xfrm>
        </p:grpSpPr>
        <p:sp>
          <p:nvSpPr>
            <p:cNvPr id="35" name="Google Shape;35;p5"/>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5"/>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7"/>
        <p:cNvGrpSpPr/>
        <p:nvPr/>
      </p:nvGrpSpPr>
      <p:grpSpPr>
        <a:xfrm>
          <a:off x="0" y="0"/>
          <a:ext cx="0" cy="0"/>
          <a:chOff x="0" y="0"/>
          <a:chExt cx="0" cy="0"/>
        </a:xfrm>
      </p:grpSpPr>
      <p:sp>
        <p:nvSpPr>
          <p:cNvPr id="38" name="Google Shape;38;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grpSp>
        <p:nvGrpSpPr>
          <p:cNvPr id="39" name="Google Shape;39;p6"/>
          <p:cNvGrpSpPr/>
          <p:nvPr/>
        </p:nvGrpSpPr>
        <p:grpSpPr>
          <a:xfrm>
            <a:off x="0" y="4"/>
            <a:ext cx="9144004" cy="5143496"/>
            <a:chOff x="0" y="4"/>
            <a:chExt cx="9144004" cy="5143496"/>
          </a:xfrm>
        </p:grpSpPr>
        <p:pic>
          <p:nvPicPr>
            <p:cNvPr id="40" name="Google Shape;40;p6"/>
            <p:cNvPicPr preferRelativeResize="0"/>
            <p:nvPr/>
          </p:nvPicPr>
          <p:blipFill>
            <a:blip r:embed="rId2"/>
            <a:stretch>
              <a:fillRect/>
            </a:stretch>
          </p:blipFill>
          <p:spPr>
            <a:xfrm rot="-5400000">
              <a:off x="-564975" y="1487975"/>
              <a:ext cx="4220500" cy="3090550"/>
            </a:xfrm>
            <a:prstGeom prst="rect">
              <a:avLst/>
            </a:prstGeom>
            <a:noFill/>
            <a:ln>
              <a:noFill/>
            </a:ln>
          </p:spPr>
        </p:pic>
        <p:pic>
          <p:nvPicPr>
            <p:cNvPr id="41" name="Google Shape;41;p6"/>
            <p:cNvPicPr preferRelativeResize="0"/>
            <p:nvPr/>
          </p:nvPicPr>
          <p:blipFill>
            <a:blip r:embed="rId3"/>
            <a:stretch>
              <a:fillRect/>
            </a:stretch>
          </p:blipFill>
          <p:spPr>
            <a:xfrm rot="-5400000">
              <a:off x="6335799" y="-429125"/>
              <a:ext cx="2379077" cy="3237334"/>
            </a:xfrm>
            <a:prstGeom prst="rect">
              <a:avLst/>
            </a:prstGeom>
            <a:noFill/>
            <a:ln>
              <a:noFill/>
            </a:ln>
          </p:spPr>
        </p:pic>
      </p:grpSp>
      <p:grpSp>
        <p:nvGrpSpPr>
          <p:cNvPr id="42" name="Google Shape;42;p6"/>
          <p:cNvGrpSpPr/>
          <p:nvPr/>
        </p:nvGrpSpPr>
        <p:grpSpPr>
          <a:xfrm rot="-10539848" flipH="1">
            <a:off x="6108563" y="4049075"/>
            <a:ext cx="4573901" cy="3479217"/>
            <a:chOff x="1522650" y="1117750"/>
            <a:chExt cx="4574075" cy="3479350"/>
          </a:xfrm>
        </p:grpSpPr>
        <p:sp>
          <p:nvSpPr>
            <p:cNvPr id="43" name="Google Shape;43;p6"/>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6"/>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5"/>
        <p:cNvGrpSpPr/>
        <p:nvPr/>
      </p:nvGrpSpPr>
      <p:grpSpPr>
        <a:xfrm>
          <a:off x="0" y="0"/>
          <a:ext cx="0" cy="0"/>
          <a:chOff x="0" y="0"/>
          <a:chExt cx="0" cy="0"/>
        </a:xfrm>
      </p:grpSpPr>
      <p:sp>
        <p:nvSpPr>
          <p:cNvPr id="46" name="Google Shape;46;p7"/>
          <p:cNvSpPr txBox="1">
            <a:spLocks noGrp="1"/>
          </p:cNvSpPr>
          <p:nvPr>
            <p:ph type="title"/>
          </p:nvPr>
        </p:nvSpPr>
        <p:spPr>
          <a:xfrm>
            <a:off x="811975" y="829350"/>
            <a:ext cx="3993300" cy="9897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47" name="Google Shape;47;p7"/>
          <p:cNvSpPr txBox="1">
            <a:spLocks noGrp="1"/>
          </p:cNvSpPr>
          <p:nvPr>
            <p:ph type="subTitle" idx="1"/>
          </p:nvPr>
        </p:nvSpPr>
        <p:spPr>
          <a:xfrm>
            <a:off x="811975" y="1878550"/>
            <a:ext cx="3993300" cy="2298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Font typeface="Open Sans"/>
              <a:buAutoNum type="arabicPeriod"/>
              <a:defRPr/>
            </a:lvl1pPr>
            <a:lvl2pPr lvl="1" algn="ctr" rtl="0">
              <a:lnSpc>
                <a:spcPct val="100000"/>
              </a:lnSpc>
              <a:spcBef>
                <a:spcPts val="1000"/>
              </a:spcBef>
              <a:spcAft>
                <a:spcPts val="0"/>
              </a:spcAft>
              <a:buClr>
                <a:srgbClr val="E76A28"/>
              </a:buClr>
              <a:buSzPts val="1200"/>
              <a:buFont typeface="Nunito Light"/>
              <a:buAutoNum type="alphaLcPeriod"/>
              <a:defRPr/>
            </a:lvl2pPr>
            <a:lvl3pPr lvl="2" algn="ctr" rtl="0">
              <a:lnSpc>
                <a:spcPct val="100000"/>
              </a:lnSpc>
              <a:spcBef>
                <a:spcPts val="0"/>
              </a:spcBef>
              <a:spcAft>
                <a:spcPts val="0"/>
              </a:spcAft>
              <a:buClr>
                <a:srgbClr val="E76A28"/>
              </a:buClr>
              <a:buSzPts val="1200"/>
              <a:buFont typeface="Nunito Light"/>
              <a:buAutoNum type="romanLcPeriod"/>
              <a:defRPr/>
            </a:lvl3pPr>
            <a:lvl4pPr lvl="3" algn="ctr" rtl="0">
              <a:lnSpc>
                <a:spcPct val="100000"/>
              </a:lnSpc>
              <a:spcBef>
                <a:spcPts val="0"/>
              </a:spcBef>
              <a:spcAft>
                <a:spcPts val="0"/>
              </a:spcAft>
              <a:buClr>
                <a:srgbClr val="E76A28"/>
              </a:buClr>
              <a:buSzPts val="1200"/>
              <a:buFont typeface="Nunito Light"/>
              <a:buAutoNum type="arabicPeriod"/>
              <a:defRPr/>
            </a:lvl4pPr>
            <a:lvl5pPr lvl="4" algn="ctr" rtl="0">
              <a:lnSpc>
                <a:spcPct val="100000"/>
              </a:lnSpc>
              <a:spcBef>
                <a:spcPts val="0"/>
              </a:spcBef>
              <a:spcAft>
                <a:spcPts val="0"/>
              </a:spcAft>
              <a:buClr>
                <a:srgbClr val="E76A28"/>
              </a:buClr>
              <a:buSzPts val="1200"/>
              <a:buFont typeface="Nunito Light"/>
              <a:buAutoNum type="alphaLcPeriod"/>
              <a:defRPr/>
            </a:lvl5pPr>
            <a:lvl6pPr lvl="5" algn="ctr" rtl="0">
              <a:lnSpc>
                <a:spcPct val="100000"/>
              </a:lnSpc>
              <a:spcBef>
                <a:spcPts val="0"/>
              </a:spcBef>
              <a:spcAft>
                <a:spcPts val="0"/>
              </a:spcAft>
              <a:buClr>
                <a:srgbClr val="999999"/>
              </a:buClr>
              <a:buSzPts val="1200"/>
              <a:buFont typeface="Nunito Light"/>
              <a:buAutoNum type="romanLcPeriod"/>
              <a:defRPr/>
            </a:lvl6pPr>
            <a:lvl7pPr lvl="6" algn="ctr" rtl="0">
              <a:lnSpc>
                <a:spcPct val="100000"/>
              </a:lnSpc>
              <a:spcBef>
                <a:spcPts val="0"/>
              </a:spcBef>
              <a:spcAft>
                <a:spcPts val="0"/>
              </a:spcAft>
              <a:buClr>
                <a:srgbClr val="999999"/>
              </a:buClr>
              <a:buSzPts val="1200"/>
              <a:buFont typeface="Nunito Light"/>
              <a:buAutoNum type="arabicPeriod"/>
              <a:defRPr/>
            </a:lvl7pPr>
            <a:lvl8pPr lvl="7" algn="ctr" rtl="0">
              <a:lnSpc>
                <a:spcPct val="100000"/>
              </a:lnSpc>
              <a:spcBef>
                <a:spcPts val="0"/>
              </a:spcBef>
              <a:spcAft>
                <a:spcPts val="0"/>
              </a:spcAft>
              <a:buClr>
                <a:srgbClr val="999999"/>
              </a:buClr>
              <a:buSzPts val="1200"/>
              <a:buFont typeface="Nunito Light"/>
              <a:buAutoNum type="alphaLcPeriod"/>
              <a:defRPr/>
            </a:lvl8pPr>
            <a:lvl9pPr lvl="8" algn="ctr" rtl="0">
              <a:lnSpc>
                <a:spcPct val="100000"/>
              </a:lnSpc>
              <a:spcBef>
                <a:spcPts val="0"/>
              </a:spcBef>
              <a:spcAft>
                <a:spcPts val="0"/>
              </a:spcAft>
              <a:buClr>
                <a:srgbClr val="999999"/>
              </a:buClr>
              <a:buSzPts val="1200"/>
              <a:buFont typeface="Nunito Light"/>
              <a:buAutoNum type="romanLcPeriod"/>
              <a:defRPr/>
            </a:lvl9pPr>
          </a:lstStyle>
          <a:p>
            <a:endParaRPr/>
          </a:p>
        </p:txBody>
      </p:sp>
      <p:sp>
        <p:nvSpPr>
          <p:cNvPr id="48" name="Google Shape;48;p7"/>
          <p:cNvSpPr>
            <a:spLocks noGrp="1"/>
          </p:cNvSpPr>
          <p:nvPr>
            <p:ph type="pic" idx="2"/>
          </p:nvPr>
        </p:nvSpPr>
        <p:spPr>
          <a:xfrm>
            <a:off x="5088475" y="770400"/>
            <a:ext cx="3081600" cy="3602700"/>
          </a:xfrm>
          <a:prstGeom prst="roundRect">
            <a:avLst>
              <a:gd name="adj" fmla="val 16667"/>
            </a:avLst>
          </a:prstGeom>
          <a:noFill/>
          <a:ln>
            <a:noFill/>
          </a:ln>
        </p:spPr>
      </p:sp>
      <p:grpSp>
        <p:nvGrpSpPr>
          <p:cNvPr id="49" name="Google Shape;49;p7"/>
          <p:cNvGrpSpPr/>
          <p:nvPr/>
        </p:nvGrpSpPr>
        <p:grpSpPr>
          <a:xfrm>
            <a:off x="0" y="0"/>
            <a:ext cx="9144001" cy="5143500"/>
            <a:chOff x="0" y="0"/>
            <a:chExt cx="9144001" cy="5143500"/>
          </a:xfrm>
        </p:grpSpPr>
        <p:pic>
          <p:nvPicPr>
            <p:cNvPr id="50" name="Google Shape;50;p7"/>
            <p:cNvPicPr preferRelativeResize="0"/>
            <p:nvPr/>
          </p:nvPicPr>
          <p:blipFill>
            <a:blip r:embed="rId2"/>
            <a:stretch>
              <a:fillRect/>
            </a:stretch>
          </p:blipFill>
          <p:spPr>
            <a:xfrm rot="10800000" flipH="1">
              <a:off x="0" y="2052950"/>
              <a:ext cx="4220500" cy="3090550"/>
            </a:xfrm>
            <a:prstGeom prst="rect">
              <a:avLst/>
            </a:prstGeom>
            <a:noFill/>
            <a:ln>
              <a:noFill/>
            </a:ln>
          </p:spPr>
        </p:pic>
        <p:pic>
          <p:nvPicPr>
            <p:cNvPr id="51" name="Google Shape;51;p7"/>
            <p:cNvPicPr preferRelativeResize="0"/>
            <p:nvPr/>
          </p:nvPicPr>
          <p:blipFill>
            <a:blip r:embed="rId3"/>
            <a:stretch>
              <a:fillRect/>
            </a:stretch>
          </p:blipFill>
          <p:spPr>
            <a:xfrm rot="10800000" flipH="1">
              <a:off x="6764924" y="0"/>
              <a:ext cx="2379077" cy="3237334"/>
            </a:xfrm>
            <a:prstGeom prst="rect">
              <a:avLst/>
            </a:prstGeom>
            <a:noFill/>
            <a:ln>
              <a:noFill/>
            </a:ln>
          </p:spPr>
        </p:pic>
      </p:grpSp>
      <p:grpSp>
        <p:nvGrpSpPr>
          <p:cNvPr id="52" name="Google Shape;52;p7"/>
          <p:cNvGrpSpPr/>
          <p:nvPr/>
        </p:nvGrpSpPr>
        <p:grpSpPr>
          <a:xfrm rot="10800000">
            <a:off x="6704226" y="3811697"/>
            <a:ext cx="4574075" cy="3479350"/>
            <a:chOff x="1522650" y="1117750"/>
            <a:chExt cx="4574075" cy="3479350"/>
          </a:xfrm>
        </p:grpSpPr>
        <p:sp>
          <p:nvSpPr>
            <p:cNvPr id="53" name="Google Shape;53;p7"/>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7"/>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55"/>
        <p:cNvGrpSpPr/>
        <p:nvPr/>
      </p:nvGrpSpPr>
      <p:grpSpPr>
        <a:xfrm>
          <a:off x="0" y="0"/>
          <a:ext cx="0" cy="0"/>
          <a:chOff x="0" y="0"/>
          <a:chExt cx="0" cy="0"/>
        </a:xfrm>
      </p:grpSpPr>
      <p:grpSp>
        <p:nvGrpSpPr>
          <p:cNvPr id="56" name="Google Shape;56;p8"/>
          <p:cNvGrpSpPr/>
          <p:nvPr/>
        </p:nvGrpSpPr>
        <p:grpSpPr>
          <a:xfrm>
            <a:off x="10" y="0"/>
            <a:ext cx="9143991" cy="5143500"/>
            <a:chOff x="10" y="0"/>
            <a:chExt cx="9143991" cy="5143500"/>
          </a:xfrm>
        </p:grpSpPr>
        <p:pic>
          <p:nvPicPr>
            <p:cNvPr id="57" name="Google Shape;57;p8"/>
            <p:cNvPicPr preferRelativeResize="0"/>
            <p:nvPr/>
          </p:nvPicPr>
          <p:blipFill>
            <a:blip r:embed="rId2"/>
            <a:stretch>
              <a:fillRect/>
            </a:stretch>
          </p:blipFill>
          <p:spPr>
            <a:xfrm flipH="1">
              <a:off x="10" y="0"/>
              <a:ext cx="3405191" cy="5143500"/>
            </a:xfrm>
            <a:prstGeom prst="rect">
              <a:avLst/>
            </a:prstGeom>
            <a:noFill/>
            <a:ln>
              <a:noFill/>
            </a:ln>
          </p:spPr>
        </p:pic>
        <p:pic>
          <p:nvPicPr>
            <p:cNvPr id="58" name="Google Shape;58;p8"/>
            <p:cNvPicPr preferRelativeResize="0"/>
            <p:nvPr/>
          </p:nvPicPr>
          <p:blipFill>
            <a:blip r:embed="rId3"/>
            <a:stretch>
              <a:fillRect/>
            </a:stretch>
          </p:blipFill>
          <p:spPr>
            <a:xfrm flipH="1">
              <a:off x="4416200" y="2886625"/>
              <a:ext cx="4727801" cy="2256875"/>
            </a:xfrm>
            <a:prstGeom prst="rect">
              <a:avLst/>
            </a:prstGeom>
            <a:noFill/>
            <a:ln>
              <a:noFill/>
            </a:ln>
          </p:spPr>
        </p:pic>
      </p:grpSp>
      <p:grpSp>
        <p:nvGrpSpPr>
          <p:cNvPr id="59" name="Google Shape;59;p8"/>
          <p:cNvGrpSpPr/>
          <p:nvPr/>
        </p:nvGrpSpPr>
        <p:grpSpPr>
          <a:xfrm rot="756538">
            <a:off x="5159567" y="-1927047"/>
            <a:ext cx="4574157" cy="3479412"/>
            <a:chOff x="1522650" y="1117750"/>
            <a:chExt cx="4574075" cy="3479350"/>
          </a:xfrm>
        </p:grpSpPr>
        <p:sp>
          <p:nvSpPr>
            <p:cNvPr id="60" name="Google Shape;60;p8"/>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8"/>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2" name="Google Shape;62;p8"/>
          <p:cNvSpPr txBox="1">
            <a:spLocks noGrp="1"/>
          </p:cNvSpPr>
          <p:nvPr>
            <p:ph type="title"/>
          </p:nvPr>
        </p:nvSpPr>
        <p:spPr>
          <a:xfrm>
            <a:off x="3830000" y="1716400"/>
            <a:ext cx="4508100" cy="2529300"/>
          </a:xfrm>
          <a:prstGeom prst="rect">
            <a:avLst/>
          </a:prstGeom>
        </p:spPr>
        <p:txBody>
          <a:bodyPr spcFirstLastPara="1" wrap="square" lIns="91425" tIns="91425" rIns="91425" bIns="91425" anchor="ctr" anchorCtr="0">
            <a:noAutofit/>
          </a:bodyPr>
          <a:lstStyle>
            <a:lvl1pPr lvl="0">
              <a:lnSpc>
                <a:spcPct val="80000"/>
              </a:lnSpc>
              <a:spcBef>
                <a:spcPts val="0"/>
              </a:spcBef>
              <a:spcAft>
                <a:spcPts val="0"/>
              </a:spcAft>
              <a:buSzPts val="60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3"/>
        <p:cNvGrpSpPr/>
        <p:nvPr/>
      </p:nvGrpSpPr>
      <p:grpSpPr>
        <a:xfrm>
          <a:off x="0" y="0"/>
          <a:ext cx="0" cy="0"/>
          <a:chOff x="0" y="0"/>
          <a:chExt cx="0" cy="0"/>
        </a:xfrm>
      </p:grpSpPr>
      <p:grpSp>
        <p:nvGrpSpPr>
          <p:cNvPr id="64" name="Google Shape;64;p9"/>
          <p:cNvGrpSpPr/>
          <p:nvPr/>
        </p:nvGrpSpPr>
        <p:grpSpPr>
          <a:xfrm rot="756538">
            <a:off x="-714808" y="-2409347"/>
            <a:ext cx="4574157" cy="3479412"/>
            <a:chOff x="1522650" y="1117750"/>
            <a:chExt cx="4574075" cy="3479350"/>
          </a:xfrm>
        </p:grpSpPr>
        <p:sp>
          <p:nvSpPr>
            <p:cNvPr id="65" name="Google Shape;65;p9"/>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9"/>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 name="Google Shape;67;p9"/>
          <p:cNvGrpSpPr/>
          <p:nvPr/>
        </p:nvGrpSpPr>
        <p:grpSpPr>
          <a:xfrm>
            <a:off x="0" y="0"/>
            <a:ext cx="9144001" cy="5143500"/>
            <a:chOff x="0" y="0"/>
            <a:chExt cx="9144001" cy="5143500"/>
          </a:xfrm>
        </p:grpSpPr>
        <p:pic>
          <p:nvPicPr>
            <p:cNvPr id="68" name="Google Shape;68;p9"/>
            <p:cNvPicPr preferRelativeResize="0"/>
            <p:nvPr/>
          </p:nvPicPr>
          <p:blipFill>
            <a:blip r:embed="rId2"/>
            <a:stretch>
              <a:fillRect/>
            </a:stretch>
          </p:blipFill>
          <p:spPr>
            <a:xfrm rot="10800000" flipH="1">
              <a:off x="5738810" y="0"/>
              <a:ext cx="3405191" cy="5143500"/>
            </a:xfrm>
            <a:prstGeom prst="rect">
              <a:avLst/>
            </a:prstGeom>
            <a:noFill/>
            <a:ln>
              <a:noFill/>
            </a:ln>
          </p:spPr>
        </p:pic>
        <p:pic>
          <p:nvPicPr>
            <p:cNvPr id="69" name="Google Shape;69;p9"/>
            <p:cNvPicPr preferRelativeResize="0"/>
            <p:nvPr/>
          </p:nvPicPr>
          <p:blipFill>
            <a:blip r:embed="rId3"/>
            <a:stretch>
              <a:fillRect/>
            </a:stretch>
          </p:blipFill>
          <p:spPr>
            <a:xfrm rot="10800000" flipH="1">
              <a:off x="0" y="0"/>
              <a:ext cx="4727801" cy="2256875"/>
            </a:xfrm>
            <a:prstGeom prst="rect">
              <a:avLst/>
            </a:prstGeom>
            <a:noFill/>
            <a:ln>
              <a:noFill/>
            </a:ln>
          </p:spPr>
        </p:pic>
      </p:grpSp>
      <p:sp>
        <p:nvSpPr>
          <p:cNvPr id="70" name="Google Shape;70;p9"/>
          <p:cNvSpPr txBox="1">
            <a:spLocks noGrp="1"/>
          </p:cNvSpPr>
          <p:nvPr>
            <p:ph type="title"/>
          </p:nvPr>
        </p:nvSpPr>
        <p:spPr>
          <a:xfrm>
            <a:off x="713225" y="1528900"/>
            <a:ext cx="4872900" cy="1964400"/>
          </a:xfrm>
          <a:prstGeom prst="rect">
            <a:avLst/>
          </a:prstGeom>
        </p:spPr>
        <p:txBody>
          <a:bodyPr spcFirstLastPara="1" wrap="square" lIns="91425" tIns="91425" rIns="91425" bIns="91425" anchor="b" anchorCtr="0">
            <a:noAutofit/>
          </a:bodyPr>
          <a:lstStyle>
            <a:lvl1pPr lvl="0" rtl="0">
              <a:spcBef>
                <a:spcPts val="0"/>
              </a:spcBef>
              <a:spcAft>
                <a:spcPts val="0"/>
              </a:spcAft>
              <a:buSzPts val="5000"/>
              <a:buNone/>
              <a:defRPr sz="5000"/>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
        <p:nvSpPr>
          <p:cNvPr id="71" name="Google Shape;71;p9"/>
          <p:cNvSpPr txBox="1">
            <a:spLocks noGrp="1"/>
          </p:cNvSpPr>
          <p:nvPr>
            <p:ph type="subTitle" idx="1"/>
          </p:nvPr>
        </p:nvSpPr>
        <p:spPr>
          <a:xfrm>
            <a:off x="713225" y="3640050"/>
            <a:ext cx="4872900" cy="453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sz="1600"/>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2"/>
        <p:cNvGrpSpPr/>
        <p:nvPr/>
      </p:nvGrpSpPr>
      <p:grpSpPr>
        <a:xfrm>
          <a:off x="0" y="0"/>
          <a:ext cx="0" cy="0"/>
          <a:chOff x="0" y="0"/>
          <a:chExt cx="0" cy="0"/>
        </a:xfrm>
      </p:grpSpPr>
      <p:sp>
        <p:nvSpPr>
          <p:cNvPr id="73" name="Google Shape;73;p10"/>
          <p:cNvSpPr>
            <a:spLocks noGrp="1"/>
          </p:cNvSpPr>
          <p:nvPr>
            <p:ph type="pic" idx="2"/>
          </p:nvPr>
        </p:nvSpPr>
        <p:spPr>
          <a:xfrm>
            <a:off x="0" y="0"/>
            <a:ext cx="9144000" cy="5143500"/>
          </a:xfrm>
          <a:prstGeom prst="rect">
            <a:avLst/>
          </a:prstGeom>
          <a:noFill/>
          <a:ln>
            <a:noFill/>
          </a:ln>
        </p:spPr>
      </p:sp>
      <p:sp>
        <p:nvSpPr>
          <p:cNvPr id="74" name="Google Shape;74;p10"/>
          <p:cNvSpPr txBox="1">
            <a:spLocks noGrp="1"/>
          </p:cNvSpPr>
          <p:nvPr>
            <p:ph type="title"/>
          </p:nvPr>
        </p:nvSpPr>
        <p:spPr>
          <a:xfrm>
            <a:off x="720000" y="4014450"/>
            <a:ext cx="5713200" cy="572700"/>
          </a:xfrm>
          <a:prstGeom prst="rect">
            <a:avLst/>
          </a:prstGeom>
          <a:solidFill>
            <a:schemeClr val="dk2"/>
          </a:solidFill>
        </p:spPr>
        <p:txBody>
          <a:bodyPr spcFirstLastPara="1" wrap="square" lIns="91425" tIns="91425" rIns="91425" bIns="91425" anchor="ctr" anchorCtr="0">
            <a:noAutofit/>
          </a:bodyPr>
          <a:lstStyle>
            <a:lvl1pPr lvl="0"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grpSp>
        <p:nvGrpSpPr>
          <p:cNvPr id="75" name="Google Shape;75;p10"/>
          <p:cNvGrpSpPr/>
          <p:nvPr/>
        </p:nvGrpSpPr>
        <p:grpSpPr>
          <a:xfrm>
            <a:off x="0" y="4"/>
            <a:ext cx="9144004" cy="5143496"/>
            <a:chOff x="0" y="4"/>
            <a:chExt cx="9144004" cy="5143496"/>
          </a:xfrm>
        </p:grpSpPr>
        <p:pic>
          <p:nvPicPr>
            <p:cNvPr id="76" name="Google Shape;76;p10"/>
            <p:cNvPicPr preferRelativeResize="0"/>
            <p:nvPr/>
          </p:nvPicPr>
          <p:blipFill>
            <a:blip r:embed="rId2"/>
            <a:stretch>
              <a:fillRect/>
            </a:stretch>
          </p:blipFill>
          <p:spPr>
            <a:xfrm rot="-5400000">
              <a:off x="-564975" y="1487975"/>
              <a:ext cx="4220500" cy="3090550"/>
            </a:xfrm>
            <a:prstGeom prst="rect">
              <a:avLst/>
            </a:prstGeom>
            <a:noFill/>
            <a:ln>
              <a:noFill/>
            </a:ln>
          </p:spPr>
        </p:pic>
        <p:pic>
          <p:nvPicPr>
            <p:cNvPr id="77" name="Google Shape;77;p10"/>
            <p:cNvPicPr preferRelativeResize="0"/>
            <p:nvPr/>
          </p:nvPicPr>
          <p:blipFill>
            <a:blip r:embed="rId3"/>
            <a:stretch>
              <a:fillRect/>
            </a:stretch>
          </p:blipFill>
          <p:spPr>
            <a:xfrm rot="-5400000">
              <a:off x="6335799" y="-429125"/>
              <a:ext cx="2379077" cy="3237334"/>
            </a:xfrm>
            <a:prstGeom prst="rect">
              <a:avLst/>
            </a:prstGeom>
            <a:noFill/>
            <a:ln>
              <a:noFill/>
            </a:ln>
          </p:spPr>
        </p:pic>
      </p:grpSp>
      <p:grpSp>
        <p:nvGrpSpPr>
          <p:cNvPr id="78" name="Google Shape;78;p10"/>
          <p:cNvGrpSpPr/>
          <p:nvPr/>
        </p:nvGrpSpPr>
        <p:grpSpPr>
          <a:xfrm>
            <a:off x="-896231" y="-2525369"/>
            <a:ext cx="11703669" cy="10221582"/>
            <a:chOff x="-896231" y="-2525369"/>
            <a:chExt cx="11703669" cy="10221582"/>
          </a:xfrm>
        </p:grpSpPr>
        <p:grpSp>
          <p:nvGrpSpPr>
            <p:cNvPr id="79" name="Google Shape;79;p10"/>
            <p:cNvGrpSpPr/>
            <p:nvPr/>
          </p:nvGrpSpPr>
          <p:grpSpPr>
            <a:xfrm rot="-10539848" flipH="1">
              <a:off x="6108563" y="4049075"/>
              <a:ext cx="4573901" cy="3479217"/>
              <a:chOff x="1522650" y="1117750"/>
              <a:chExt cx="4574075" cy="3479350"/>
            </a:xfrm>
          </p:grpSpPr>
          <p:sp>
            <p:nvSpPr>
              <p:cNvPr id="80" name="Google Shape;80;p10"/>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10"/>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 name="Google Shape;82;p10"/>
            <p:cNvGrpSpPr/>
            <p:nvPr/>
          </p:nvGrpSpPr>
          <p:grpSpPr>
            <a:xfrm>
              <a:off x="-896231" y="-2525369"/>
              <a:ext cx="4573618" cy="3479002"/>
              <a:chOff x="1522650" y="1117750"/>
              <a:chExt cx="4574075" cy="3479350"/>
            </a:xfrm>
          </p:grpSpPr>
          <p:sp>
            <p:nvSpPr>
              <p:cNvPr id="83" name="Google Shape;83;p10"/>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10"/>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85"/>
        <p:cNvGrpSpPr/>
        <p:nvPr/>
      </p:nvGrpSpPr>
      <p:grpSpPr>
        <a:xfrm>
          <a:off x="0" y="0"/>
          <a:ext cx="0" cy="0"/>
          <a:chOff x="0" y="0"/>
          <a:chExt cx="0" cy="0"/>
        </a:xfrm>
      </p:grpSpPr>
      <p:sp>
        <p:nvSpPr>
          <p:cNvPr id="86" name="Google Shape;86;p11"/>
          <p:cNvSpPr txBox="1">
            <a:spLocks noGrp="1"/>
          </p:cNvSpPr>
          <p:nvPr>
            <p:ph type="title" hasCustomPrompt="1"/>
          </p:nvPr>
        </p:nvSpPr>
        <p:spPr>
          <a:xfrm>
            <a:off x="4076350" y="2296400"/>
            <a:ext cx="3843300" cy="1085100"/>
          </a:xfrm>
          <a:prstGeom prst="rect">
            <a:avLst/>
          </a:prstGeom>
          <a:solidFill>
            <a:schemeClr val="dk2"/>
          </a:solidFill>
        </p:spPr>
        <p:txBody>
          <a:bodyPr spcFirstLastPara="1" wrap="square" lIns="91425" tIns="91425" rIns="91425" bIns="91425" anchor="ctr" anchorCtr="0">
            <a:noAutofit/>
          </a:bodyPr>
          <a:lstStyle>
            <a:lvl1pPr lvl="0">
              <a:spcBef>
                <a:spcPts val="0"/>
              </a:spcBef>
              <a:spcAft>
                <a:spcPts val="0"/>
              </a:spcAft>
              <a:buSzPts val="9600"/>
              <a:buNone/>
              <a:defRPr sz="60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87" name="Google Shape;87;p11"/>
          <p:cNvSpPr txBox="1">
            <a:spLocks noGrp="1"/>
          </p:cNvSpPr>
          <p:nvPr>
            <p:ph type="subTitle" idx="1"/>
          </p:nvPr>
        </p:nvSpPr>
        <p:spPr>
          <a:xfrm>
            <a:off x="4076350" y="3426700"/>
            <a:ext cx="3843300" cy="497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pic>
        <p:nvPicPr>
          <p:cNvPr id="88" name="Google Shape;88;p11"/>
          <p:cNvPicPr preferRelativeResize="0"/>
          <p:nvPr/>
        </p:nvPicPr>
        <p:blipFill>
          <a:blip r:embed="rId2"/>
          <a:stretch>
            <a:fillRect/>
          </a:stretch>
        </p:blipFill>
        <p:spPr>
          <a:xfrm flipH="1">
            <a:off x="4416200" y="2886625"/>
            <a:ext cx="4727801" cy="2256875"/>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90"/>
        <p:cNvGrpSpPr/>
        <p:nvPr/>
      </p:nvGrpSpPr>
      <p:grpSpPr>
        <a:xfrm>
          <a:off x="0" y="0"/>
          <a:ext cx="0" cy="0"/>
          <a:chOff x="0" y="0"/>
          <a:chExt cx="0" cy="0"/>
        </a:xfrm>
      </p:grpSpPr>
      <p:sp>
        <p:nvSpPr>
          <p:cNvPr id="91" name="Google Shape;91;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92" name="Google Shape;92;p13"/>
          <p:cNvSpPr txBox="1">
            <a:spLocks noGrp="1"/>
          </p:cNvSpPr>
          <p:nvPr>
            <p:ph type="title" idx="2" hasCustomPrompt="1"/>
          </p:nvPr>
        </p:nvSpPr>
        <p:spPr>
          <a:xfrm>
            <a:off x="720000" y="1480883"/>
            <a:ext cx="734700" cy="447600"/>
          </a:xfrm>
          <a:prstGeom prst="rect">
            <a:avLst/>
          </a:prstGeom>
          <a:solidFill>
            <a:schemeClr val="dk2"/>
          </a:solidFill>
        </p:spPr>
        <p:txBody>
          <a:bodyPr spcFirstLastPara="1" wrap="square" lIns="91425" tIns="91425" rIns="91425" bIns="91425" anchor="ctr"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3" name="Google Shape;93;p13"/>
          <p:cNvSpPr txBox="1">
            <a:spLocks noGrp="1"/>
          </p:cNvSpPr>
          <p:nvPr>
            <p:ph type="title" idx="3" hasCustomPrompt="1"/>
          </p:nvPr>
        </p:nvSpPr>
        <p:spPr>
          <a:xfrm>
            <a:off x="720000" y="2990491"/>
            <a:ext cx="734700" cy="447600"/>
          </a:xfrm>
          <a:prstGeom prst="rect">
            <a:avLst/>
          </a:prstGeom>
          <a:solidFill>
            <a:schemeClr val="dk2"/>
          </a:solidFill>
        </p:spPr>
        <p:txBody>
          <a:bodyPr spcFirstLastPara="1" wrap="square" lIns="91425" tIns="91425" rIns="91425" bIns="91425" anchor="ctr"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4" name="Google Shape;94;p13"/>
          <p:cNvSpPr txBox="1">
            <a:spLocks noGrp="1"/>
          </p:cNvSpPr>
          <p:nvPr>
            <p:ph type="title" idx="4" hasCustomPrompt="1"/>
          </p:nvPr>
        </p:nvSpPr>
        <p:spPr>
          <a:xfrm>
            <a:off x="3306000" y="1480883"/>
            <a:ext cx="734700" cy="447600"/>
          </a:xfrm>
          <a:prstGeom prst="rect">
            <a:avLst/>
          </a:prstGeom>
          <a:solidFill>
            <a:schemeClr val="dk2"/>
          </a:solidFill>
        </p:spPr>
        <p:txBody>
          <a:bodyPr spcFirstLastPara="1" wrap="square" lIns="91425" tIns="91425" rIns="91425" bIns="91425" anchor="ctr"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5" name="Google Shape;95;p13"/>
          <p:cNvSpPr txBox="1">
            <a:spLocks noGrp="1"/>
          </p:cNvSpPr>
          <p:nvPr>
            <p:ph type="title" idx="5" hasCustomPrompt="1"/>
          </p:nvPr>
        </p:nvSpPr>
        <p:spPr>
          <a:xfrm>
            <a:off x="3306000" y="2990491"/>
            <a:ext cx="734700" cy="447600"/>
          </a:xfrm>
          <a:prstGeom prst="rect">
            <a:avLst/>
          </a:prstGeom>
          <a:solidFill>
            <a:schemeClr val="dk2"/>
          </a:solidFill>
        </p:spPr>
        <p:txBody>
          <a:bodyPr spcFirstLastPara="1" wrap="square" lIns="91425" tIns="91425" rIns="91425" bIns="91425" anchor="ctr"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6" name="Google Shape;96;p13"/>
          <p:cNvSpPr txBox="1">
            <a:spLocks noGrp="1"/>
          </p:cNvSpPr>
          <p:nvPr>
            <p:ph type="title" idx="6" hasCustomPrompt="1"/>
          </p:nvPr>
        </p:nvSpPr>
        <p:spPr>
          <a:xfrm>
            <a:off x="5892000" y="1480883"/>
            <a:ext cx="734700" cy="447600"/>
          </a:xfrm>
          <a:prstGeom prst="rect">
            <a:avLst/>
          </a:prstGeom>
          <a:solidFill>
            <a:schemeClr val="dk2"/>
          </a:solidFill>
        </p:spPr>
        <p:txBody>
          <a:bodyPr spcFirstLastPara="1" wrap="square" lIns="91425" tIns="91425" rIns="91425" bIns="91425" anchor="ctr"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7" name="Google Shape;97;p13"/>
          <p:cNvSpPr txBox="1">
            <a:spLocks noGrp="1"/>
          </p:cNvSpPr>
          <p:nvPr>
            <p:ph type="title" idx="7" hasCustomPrompt="1"/>
          </p:nvPr>
        </p:nvSpPr>
        <p:spPr>
          <a:xfrm>
            <a:off x="5892000" y="2990491"/>
            <a:ext cx="734700" cy="447600"/>
          </a:xfrm>
          <a:prstGeom prst="rect">
            <a:avLst/>
          </a:prstGeom>
          <a:solidFill>
            <a:schemeClr val="dk2"/>
          </a:solidFill>
        </p:spPr>
        <p:txBody>
          <a:bodyPr spcFirstLastPara="1" wrap="square" lIns="91425" tIns="91425" rIns="91425" bIns="91425" anchor="ctr" anchorCtr="0">
            <a:noAutofit/>
          </a:bodyPr>
          <a:lstStyle>
            <a:lvl1pPr lvl="0" rtl="0">
              <a:spcBef>
                <a:spcPts val="0"/>
              </a:spcBef>
              <a:spcAft>
                <a:spcPts val="0"/>
              </a:spcAft>
              <a:buSzPts val="3000"/>
              <a:buNone/>
              <a:defRPr sz="3000"/>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8" name="Google Shape;98;p13"/>
          <p:cNvSpPr txBox="1">
            <a:spLocks noGrp="1"/>
          </p:cNvSpPr>
          <p:nvPr>
            <p:ph type="subTitle" idx="1"/>
          </p:nvPr>
        </p:nvSpPr>
        <p:spPr>
          <a:xfrm>
            <a:off x="720000" y="2026450"/>
            <a:ext cx="2532000" cy="502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99" name="Google Shape;99;p13"/>
          <p:cNvSpPr txBox="1">
            <a:spLocks noGrp="1"/>
          </p:cNvSpPr>
          <p:nvPr>
            <p:ph type="subTitle" idx="8"/>
          </p:nvPr>
        </p:nvSpPr>
        <p:spPr>
          <a:xfrm>
            <a:off x="3306000" y="2026450"/>
            <a:ext cx="2532000" cy="502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100" name="Google Shape;100;p13"/>
          <p:cNvSpPr txBox="1">
            <a:spLocks noGrp="1"/>
          </p:cNvSpPr>
          <p:nvPr>
            <p:ph type="subTitle" idx="9"/>
          </p:nvPr>
        </p:nvSpPr>
        <p:spPr>
          <a:xfrm>
            <a:off x="5892000" y="2026450"/>
            <a:ext cx="2532000" cy="502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101" name="Google Shape;101;p13"/>
          <p:cNvSpPr txBox="1">
            <a:spLocks noGrp="1"/>
          </p:cNvSpPr>
          <p:nvPr>
            <p:ph type="subTitle" idx="13"/>
          </p:nvPr>
        </p:nvSpPr>
        <p:spPr>
          <a:xfrm>
            <a:off x="720000" y="3544900"/>
            <a:ext cx="2532000" cy="499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102" name="Google Shape;102;p13"/>
          <p:cNvSpPr txBox="1">
            <a:spLocks noGrp="1"/>
          </p:cNvSpPr>
          <p:nvPr>
            <p:ph type="subTitle" idx="14"/>
          </p:nvPr>
        </p:nvSpPr>
        <p:spPr>
          <a:xfrm>
            <a:off x="3306000" y="3544900"/>
            <a:ext cx="2532000" cy="499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103" name="Google Shape;103;p13"/>
          <p:cNvSpPr txBox="1">
            <a:spLocks noGrp="1"/>
          </p:cNvSpPr>
          <p:nvPr>
            <p:ph type="subTitle" idx="15"/>
          </p:nvPr>
        </p:nvSpPr>
        <p:spPr>
          <a:xfrm>
            <a:off x="5892000" y="3544900"/>
            <a:ext cx="2532000" cy="499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rtl="0">
              <a:lnSpc>
                <a:spcPct val="100000"/>
              </a:lnSpc>
              <a:spcBef>
                <a:spcPts val="0"/>
              </a:spcBef>
              <a:spcAft>
                <a:spcPts val="0"/>
              </a:spcAft>
              <a:buSzPts val="2400"/>
              <a:buFont typeface="Raleway"/>
              <a:buNone/>
              <a:defRPr sz="2400" b="1">
                <a:latin typeface="Raleway"/>
                <a:ea typeface="Raleway"/>
                <a:cs typeface="Raleway"/>
                <a:sym typeface="Raleway"/>
              </a:defRPr>
            </a:lvl2pPr>
            <a:lvl3pPr lvl="2" rtl="0">
              <a:lnSpc>
                <a:spcPct val="100000"/>
              </a:lnSpc>
              <a:spcBef>
                <a:spcPts val="0"/>
              </a:spcBef>
              <a:spcAft>
                <a:spcPts val="0"/>
              </a:spcAft>
              <a:buSzPts val="2400"/>
              <a:buFont typeface="Raleway"/>
              <a:buNone/>
              <a:defRPr sz="2400" b="1">
                <a:latin typeface="Raleway"/>
                <a:ea typeface="Raleway"/>
                <a:cs typeface="Raleway"/>
                <a:sym typeface="Raleway"/>
              </a:defRPr>
            </a:lvl3pPr>
            <a:lvl4pPr lvl="3" rtl="0">
              <a:lnSpc>
                <a:spcPct val="100000"/>
              </a:lnSpc>
              <a:spcBef>
                <a:spcPts val="0"/>
              </a:spcBef>
              <a:spcAft>
                <a:spcPts val="0"/>
              </a:spcAft>
              <a:buSzPts val="2400"/>
              <a:buFont typeface="Raleway"/>
              <a:buNone/>
              <a:defRPr sz="2400" b="1">
                <a:latin typeface="Raleway"/>
                <a:ea typeface="Raleway"/>
                <a:cs typeface="Raleway"/>
                <a:sym typeface="Raleway"/>
              </a:defRPr>
            </a:lvl4pPr>
            <a:lvl5pPr lvl="4" rtl="0">
              <a:lnSpc>
                <a:spcPct val="100000"/>
              </a:lnSpc>
              <a:spcBef>
                <a:spcPts val="0"/>
              </a:spcBef>
              <a:spcAft>
                <a:spcPts val="0"/>
              </a:spcAft>
              <a:buSzPts val="2400"/>
              <a:buFont typeface="Raleway"/>
              <a:buNone/>
              <a:defRPr sz="2400" b="1">
                <a:latin typeface="Raleway"/>
                <a:ea typeface="Raleway"/>
                <a:cs typeface="Raleway"/>
                <a:sym typeface="Raleway"/>
              </a:defRPr>
            </a:lvl5pPr>
            <a:lvl6pPr lvl="5" rtl="0">
              <a:lnSpc>
                <a:spcPct val="100000"/>
              </a:lnSpc>
              <a:spcBef>
                <a:spcPts val="0"/>
              </a:spcBef>
              <a:spcAft>
                <a:spcPts val="0"/>
              </a:spcAft>
              <a:buSzPts val="2400"/>
              <a:buFont typeface="Raleway"/>
              <a:buNone/>
              <a:defRPr sz="2400" b="1">
                <a:latin typeface="Raleway"/>
                <a:ea typeface="Raleway"/>
                <a:cs typeface="Raleway"/>
                <a:sym typeface="Raleway"/>
              </a:defRPr>
            </a:lvl6pPr>
            <a:lvl7pPr lvl="6" rtl="0">
              <a:lnSpc>
                <a:spcPct val="100000"/>
              </a:lnSpc>
              <a:spcBef>
                <a:spcPts val="0"/>
              </a:spcBef>
              <a:spcAft>
                <a:spcPts val="0"/>
              </a:spcAft>
              <a:buSzPts val="2400"/>
              <a:buFont typeface="Raleway"/>
              <a:buNone/>
              <a:defRPr sz="2400" b="1">
                <a:latin typeface="Raleway"/>
                <a:ea typeface="Raleway"/>
                <a:cs typeface="Raleway"/>
                <a:sym typeface="Raleway"/>
              </a:defRPr>
            </a:lvl7pPr>
            <a:lvl8pPr lvl="7" rtl="0">
              <a:lnSpc>
                <a:spcPct val="100000"/>
              </a:lnSpc>
              <a:spcBef>
                <a:spcPts val="0"/>
              </a:spcBef>
              <a:spcAft>
                <a:spcPts val="0"/>
              </a:spcAft>
              <a:buSzPts val="2400"/>
              <a:buFont typeface="Raleway"/>
              <a:buNone/>
              <a:defRPr sz="2400" b="1">
                <a:latin typeface="Raleway"/>
                <a:ea typeface="Raleway"/>
                <a:cs typeface="Raleway"/>
                <a:sym typeface="Raleway"/>
              </a:defRPr>
            </a:lvl8pPr>
            <a:lvl9pPr lvl="8"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grpSp>
        <p:nvGrpSpPr>
          <p:cNvPr id="104" name="Google Shape;104;p13"/>
          <p:cNvGrpSpPr/>
          <p:nvPr/>
        </p:nvGrpSpPr>
        <p:grpSpPr>
          <a:xfrm>
            <a:off x="0" y="4"/>
            <a:ext cx="9144004" cy="5143496"/>
            <a:chOff x="0" y="4"/>
            <a:chExt cx="9144004" cy="5143496"/>
          </a:xfrm>
        </p:grpSpPr>
        <p:pic>
          <p:nvPicPr>
            <p:cNvPr id="105" name="Google Shape;105;p13"/>
            <p:cNvPicPr preferRelativeResize="0"/>
            <p:nvPr/>
          </p:nvPicPr>
          <p:blipFill>
            <a:blip r:embed="rId2"/>
            <a:stretch>
              <a:fillRect/>
            </a:stretch>
          </p:blipFill>
          <p:spPr>
            <a:xfrm rot="-5400000">
              <a:off x="-564975" y="1487975"/>
              <a:ext cx="4220500" cy="3090550"/>
            </a:xfrm>
            <a:prstGeom prst="rect">
              <a:avLst/>
            </a:prstGeom>
            <a:noFill/>
            <a:ln>
              <a:noFill/>
            </a:ln>
          </p:spPr>
        </p:pic>
        <p:pic>
          <p:nvPicPr>
            <p:cNvPr id="106" name="Google Shape;106;p13"/>
            <p:cNvPicPr preferRelativeResize="0"/>
            <p:nvPr/>
          </p:nvPicPr>
          <p:blipFill>
            <a:blip r:embed="rId3"/>
            <a:stretch>
              <a:fillRect/>
            </a:stretch>
          </p:blipFill>
          <p:spPr>
            <a:xfrm rot="-5400000">
              <a:off x="6335799" y="-429125"/>
              <a:ext cx="2379077" cy="3237334"/>
            </a:xfrm>
            <a:prstGeom prst="rect">
              <a:avLst/>
            </a:prstGeom>
            <a:noFill/>
            <a:ln>
              <a:noFill/>
            </a:ln>
          </p:spPr>
        </p:pic>
      </p:grpSp>
      <p:grpSp>
        <p:nvGrpSpPr>
          <p:cNvPr id="107" name="Google Shape;107;p13"/>
          <p:cNvGrpSpPr/>
          <p:nvPr/>
        </p:nvGrpSpPr>
        <p:grpSpPr>
          <a:xfrm rot="-10539848" flipH="1">
            <a:off x="6108563" y="4049075"/>
            <a:ext cx="4573901" cy="3479217"/>
            <a:chOff x="1522650" y="1117750"/>
            <a:chExt cx="4574075" cy="3479350"/>
          </a:xfrm>
        </p:grpSpPr>
        <p:sp>
          <p:nvSpPr>
            <p:cNvPr id="108" name="Google Shape;108;p13"/>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13"/>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only 1">
  <p:cSld name="TITLE_ONLY_1">
    <p:spTree>
      <p:nvGrpSpPr>
        <p:cNvPr id="1" name="Shape 110"/>
        <p:cNvGrpSpPr/>
        <p:nvPr/>
      </p:nvGrpSpPr>
      <p:grpSpPr>
        <a:xfrm>
          <a:off x="0" y="0"/>
          <a:ext cx="0" cy="0"/>
          <a:chOff x="0" y="0"/>
          <a:chExt cx="0" cy="0"/>
        </a:xfrm>
      </p:grpSpPr>
      <p:grpSp>
        <p:nvGrpSpPr>
          <p:cNvPr id="111" name="Google Shape;111;p14"/>
          <p:cNvGrpSpPr/>
          <p:nvPr/>
        </p:nvGrpSpPr>
        <p:grpSpPr>
          <a:xfrm>
            <a:off x="0" y="0"/>
            <a:ext cx="9144001" cy="5143500"/>
            <a:chOff x="0" y="0"/>
            <a:chExt cx="9144001" cy="5143500"/>
          </a:xfrm>
        </p:grpSpPr>
        <p:pic>
          <p:nvPicPr>
            <p:cNvPr id="112" name="Google Shape;112;p14"/>
            <p:cNvPicPr preferRelativeResize="0"/>
            <p:nvPr/>
          </p:nvPicPr>
          <p:blipFill>
            <a:blip r:embed="rId2"/>
            <a:stretch>
              <a:fillRect/>
            </a:stretch>
          </p:blipFill>
          <p:spPr>
            <a:xfrm rot="10800000" flipH="1">
              <a:off x="0" y="2052950"/>
              <a:ext cx="4220500" cy="3090550"/>
            </a:xfrm>
            <a:prstGeom prst="rect">
              <a:avLst/>
            </a:prstGeom>
            <a:noFill/>
            <a:ln>
              <a:noFill/>
            </a:ln>
          </p:spPr>
        </p:pic>
        <p:pic>
          <p:nvPicPr>
            <p:cNvPr id="113" name="Google Shape;113;p14"/>
            <p:cNvPicPr preferRelativeResize="0"/>
            <p:nvPr/>
          </p:nvPicPr>
          <p:blipFill>
            <a:blip r:embed="rId3"/>
            <a:stretch>
              <a:fillRect/>
            </a:stretch>
          </p:blipFill>
          <p:spPr>
            <a:xfrm rot="10800000" flipH="1">
              <a:off x="6764924" y="0"/>
              <a:ext cx="2379077" cy="3237334"/>
            </a:xfrm>
            <a:prstGeom prst="rect">
              <a:avLst/>
            </a:prstGeom>
            <a:noFill/>
            <a:ln>
              <a:noFill/>
            </a:ln>
          </p:spPr>
        </p:pic>
      </p:grpSp>
      <p:grpSp>
        <p:nvGrpSpPr>
          <p:cNvPr id="114" name="Google Shape;114;p14"/>
          <p:cNvGrpSpPr/>
          <p:nvPr/>
        </p:nvGrpSpPr>
        <p:grpSpPr>
          <a:xfrm rot="10800000">
            <a:off x="6704226" y="3811697"/>
            <a:ext cx="4574075" cy="3479350"/>
            <a:chOff x="1522650" y="1117750"/>
            <a:chExt cx="4574075" cy="3479350"/>
          </a:xfrm>
        </p:grpSpPr>
        <p:sp>
          <p:nvSpPr>
            <p:cNvPr id="115" name="Google Shape;115;p14"/>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14"/>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7" name="Google Shape;117;p1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ext">
  <p:cSld name="CUSTOM_4">
    <p:spTree>
      <p:nvGrpSpPr>
        <p:cNvPr id="1" name="Shape 118"/>
        <p:cNvGrpSpPr/>
        <p:nvPr/>
      </p:nvGrpSpPr>
      <p:grpSpPr>
        <a:xfrm>
          <a:off x="0" y="0"/>
          <a:ext cx="0" cy="0"/>
          <a:chOff x="0" y="0"/>
          <a:chExt cx="0" cy="0"/>
        </a:xfrm>
      </p:grpSpPr>
      <p:grpSp>
        <p:nvGrpSpPr>
          <p:cNvPr id="119" name="Google Shape;119;p15"/>
          <p:cNvGrpSpPr/>
          <p:nvPr/>
        </p:nvGrpSpPr>
        <p:grpSpPr>
          <a:xfrm>
            <a:off x="0" y="4"/>
            <a:ext cx="9144004" cy="5143496"/>
            <a:chOff x="0" y="4"/>
            <a:chExt cx="9144004" cy="5143496"/>
          </a:xfrm>
        </p:grpSpPr>
        <p:pic>
          <p:nvPicPr>
            <p:cNvPr id="120" name="Google Shape;120;p15"/>
            <p:cNvPicPr preferRelativeResize="0"/>
            <p:nvPr/>
          </p:nvPicPr>
          <p:blipFill>
            <a:blip r:embed="rId2"/>
            <a:stretch>
              <a:fillRect/>
            </a:stretch>
          </p:blipFill>
          <p:spPr>
            <a:xfrm rot="-5400000">
              <a:off x="-564975" y="1487975"/>
              <a:ext cx="4220500" cy="3090550"/>
            </a:xfrm>
            <a:prstGeom prst="rect">
              <a:avLst/>
            </a:prstGeom>
            <a:noFill/>
            <a:ln>
              <a:noFill/>
            </a:ln>
          </p:spPr>
        </p:pic>
        <p:pic>
          <p:nvPicPr>
            <p:cNvPr id="121" name="Google Shape;121;p15"/>
            <p:cNvPicPr preferRelativeResize="0"/>
            <p:nvPr/>
          </p:nvPicPr>
          <p:blipFill>
            <a:blip r:embed="rId3"/>
            <a:stretch>
              <a:fillRect/>
            </a:stretch>
          </p:blipFill>
          <p:spPr>
            <a:xfrm rot="-5400000">
              <a:off x="6335799" y="-429125"/>
              <a:ext cx="2379077" cy="3237334"/>
            </a:xfrm>
            <a:prstGeom prst="rect">
              <a:avLst/>
            </a:prstGeom>
            <a:noFill/>
            <a:ln>
              <a:noFill/>
            </a:ln>
          </p:spPr>
        </p:pic>
      </p:grpSp>
      <p:grpSp>
        <p:nvGrpSpPr>
          <p:cNvPr id="122" name="Google Shape;122;p15"/>
          <p:cNvGrpSpPr/>
          <p:nvPr/>
        </p:nvGrpSpPr>
        <p:grpSpPr>
          <a:xfrm rot="-10539848" flipH="1">
            <a:off x="6108563" y="4049075"/>
            <a:ext cx="4573901" cy="3479217"/>
            <a:chOff x="1522650" y="1117750"/>
            <a:chExt cx="4574075" cy="3479350"/>
          </a:xfrm>
        </p:grpSpPr>
        <p:sp>
          <p:nvSpPr>
            <p:cNvPr id="123" name="Google Shape;123;p15"/>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15"/>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5" name="Google Shape;125;p15"/>
          <p:cNvSpPr txBox="1">
            <a:spLocks noGrp="1"/>
          </p:cNvSpPr>
          <p:nvPr>
            <p:ph type="title"/>
          </p:nvPr>
        </p:nvSpPr>
        <p:spPr>
          <a:xfrm>
            <a:off x="3889175" y="1000050"/>
            <a:ext cx="3205500" cy="10554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26" name="Google Shape;126;p15"/>
          <p:cNvSpPr txBox="1">
            <a:spLocks noGrp="1"/>
          </p:cNvSpPr>
          <p:nvPr>
            <p:ph type="subTitle" idx="1"/>
          </p:nvPr>
        </p:nvSpPr>
        <p:spPr>
          <a:xfrm>
            <a:off x="3889175" y="2131950"/>
            <a:ext cx="4185300" cy="2011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AutoNum type="arabicPeriod"/>
              <a:defRPr/>
            </a:lvl1pPr>
            <a:lvl2pPr lvl="1" algn="ctr" rtl="0">
              <a:lnSpc>
                <a:spcPct val="100000"/>
              </a:lnSpc>
              <a:spcBef>
                <a:spcPts val="0"/>
              </a:spcBef>
              <a:spcAft>
                <a:spcPts val="0"/>
              </a:spcAft>
              <a:buSzPts val="1200"/>
              <a:buAutoNum type="alphaLcPeriod"/>
              <a:defRPr/>
            </a:lvl2pPr>
            <a:lvl3pPr lvl="2" algn="ctr" rtl="0">
              <a:lnSpc>
                <a:spcPct val="100000"/>
              </a:lnSpc>
              <a:spcBef>
                <a:spcPts val="0"/>
              </a:spcBef>
              <a:spcAft>
                <a:spcPts val="0"/>
              </a:spcAft>
              <a:buSzPts val="1200"/>
              <a:buAutoNum type="romanLcPeriod"/>
              <a:defRPr/>
            </a:lvl3pPr>
            <a:lvl4pPr lvl="3" algn="ctr" rtl="0">
              <a:lnSpc>
                <a:spcPct val="100000"/>
              </a:lnSpc>
              <a:spcBef>
                <a:spcPts val="0"/>
              </a:spcBef>
              <a:spcAft>
                <a:spcPts val="0"/>
              </a:spcAft>
              <a:buSzPts val="1200"/>
              <a:buAutoNum type="arabicPeriod"/>
              <a:defRPr/>
            </a:lvl4pPr>
            <a:lvl5pPr lvl="4" algn="ctr" rtl="0">
              <a:lnSpc>
                <a:spcPct val="100000"/>
              </a:lnSpc>
              <a:spcBef>
                <a:spcPts val="0"/>
              </a:spcBef>
              <a:spcAft>
                <a:spcPts val="0"/>
              </a:spcAft>
              <a:buSzPts val="1200"/>
              <a:buAutoNum type="alphaLcPeriod"/>
              <a:defRPr/>
            </a:lvl5pPr>
            <a:lvl6pPr lvl="5" algn="ctr" rtl="0">
              <a:lnSpc>
                <a:spcPct val="100000"/>
              </a:lnSpc>
              <a:spcBef>
                <a:spcPts val="0"/>
              </a:spcBef>
              <a:spcAft>
                <a:spcPts val="0"/>
              </a:spcAft>
              <a:buSzPts val="1200"/>
              <a:buAutoNum type="romanLcPeriod"/>
              <a:defRPr/>
            </a:lvl6pPr>
            <a:lvl7pPr lvl="6" algn="ctr" rtl="0">
              <a:lnSpc>
                <a:spcPct val="100000"/>
              </a:lnSpc>
              <a:spcBef>
                <a:spcPts val="0"/>
              </a:spcBef>
              <a:spcAft>
                <a:spcPts val="0"/>
              </a:spcAft>
              <a:buSzPts val="1200"/>
              <a:buAutoNum type="arabicPeriod"/>
              <a:defRPr/>
            </a:lvl7pPr>
            <a:lvl8pPr lvl="7" algn="ctr" rtl="0">
              <a:lnSpc>
                <a:spcPct val="100000"/>
              </a:lnSpc>
              <a:spcBef>
                <a:spcPts val="0"/>
              </a:spcBef>
              <a:spcAft>
                <a:spcPts val="0"/>
              </a:spcAft>
              <a:buSzPts val="1200"/>
              <a:buAutoNum type="alphaLcPeriod"/>
              <a:defRPr/>
            </a:lvl8pPr>
            <a:lvl9pPr lvl="8" algn="ctr" rtl="0">
              <a:lnSpc>
                <a:spcPct val="100000"/>
              </a:lnSpc>
              <a:spcBef>
                <a:spcPts val="0"/>
              </a:spcBef>
              <a:spcAft>
                <a:spcPts val="0"/>
              </a:spcAft>
              <a:buSzPts val="1200"/>
              <a:buAutoNum type="romanLcPeriod"/>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ext 1">
  <p:cSld name="CUSTOM_4_1">
    <p:spTree>
      <p:nvGrpSpPr>
        <p:cNvPr id="1" name="Shape 127"/>
        <p:cNvGrpSpPr/>
        <p:nvPr/>
      </p:nvGrpSpPr>
      <p:grpSpPr>
        <a:xfrm>
          <a:off x="0" y="0"/>
          <a:ext cx="0" cy="0"/>
          <a:chOff x="0" y="0"/>
          <a:chExt cx="0" cy="0"/>
        </a:xfrm>
      </p:grpSpPr>
      <p:grpSp>
        <p:nvGrpSpPr>
          <p:cNvPr id="128" name="Google Shape;128;p16"/>
          <p:cNvGrpSpPr/>
          <p:nvPr/>
        </p:nvGrpSpPr>
        <p:grpSpPr>
          <a:xfrm>
            <a:off x="0" y="0"/>
            <a:ext cx="9144001" cy="5143500"/>
            <a:chOff x="0" y="0"/>
            <a:chExt cx="9144001" cy="5143500"/>
          </a:xfrm>
        </p:grpSpPr>
        <p:pic>
          <p:nvPicPr>
            <p:cNvPr id="129" name="Google Shape;129;p16"/>
            <p:cNvPicPr preferRelativeResize="0"/>
            <p:nvPr/>
          </p:nvPicPr>
          <p:blipFill>
            <a:blip r:embed="rId2"/>
            <a:stretch>
              <a:fillRect/>
            </a:stretch>
          </p:blipFill>
          <p:spPr>
            <a:xfrm rot="10800000" flipH="1">
              <a:off x="0" y="2052950"/>
              <a:ext cx="4220500" cy="3090550"/>
            </a:xfrm>
            <a:prstGeom prst="rect">
              <a:avLst/>
            </a:prstGeom>
            <a:noFill/>
            <a:ln>
              <a:noFill/>
            </a:ln>
          </p:spPr>
        </p:pic>
        <p:pic>
          <p:nvPicPr>
            <p:cNvPr id="130" name="Google Shape;130;p16"/>
            <p:cNvPicPr preferRelativeResize="0"/>
            <p:nvPr/>
          </p:nvPicPr>
          <p:blipFill>
            <a:blip r:embed="rId3"/>
            <a:stretch>
              <a:fillRect/>
            </a:stretch>
          </p:blipFill>
          <p:spPr>
            <a:xfrm rot="10800000" flipH="1">
              <a:off x="6764924" y="0"/>
              <a:ext cx="2379077" cy="3237334"/>
            </a:xfrm>
            <a:prstGeom prst="rect">
              <a:avLst/>
            </a:prstGeom>
            <a:noFill/>
            <a:ln>
              <a:noFill/>
            </a:ln>
          </p:spPr>
        </p:pic>
      </p:grpSp>
      <p:grpSp>
        <p:nvGrpSpPr>
          <p:cNvPr id="131" name="Google Shape;131;p16"/>
          <p:cNvGrpSpPr/>
          <p:nvPr/>
        </p:nvGrpSpPr>
        <p:grpSpPr>
          <a:xfrm rot="10800000">
            <a:off x="6704226" y="3811697"/>
            <a:ext cx="4574075" cy="3479350"/>
            <a:chOff x="1522650" y="1117750"/>
            <a:chExt cx="4574075" cy="3479350"/>
          </a:xfrm>
        </p:grpSpPr>
        <p:sp>
          <p:nvSpPr>
            <p:cNvPr id="132" name="Google Shape;132;p16"/>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16"/>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4" name="Google Shape;134;p16"/>
          <p:cNvSpPr txBox="1">
            <a:spLocks noGrp="1"/>
          </p:cNvSpPr>
          <p:nvPr>
            <p:ph type="title"/>
          </p:nvPr>
        </p:nvSpPr>
        <p:spPr>
          <a:xfrm>
            <a:off x="713225" y="707075"/>
            <a:ext cx="2345400" cy="9744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35" name="Google Shape;135;p16"/>
          <p:cNvSpPr txBox="1">
            <a:spLocks noGrp="1"/>
          </p:cNvSpPr>
          <p:nvPr>
            <p:ph type="subTitle" idx="1"/>
          </p:nvPr>
        </p:nvSpPr>
        <p:spPr>
          <a:xfrm>
            <a:off x="713225" y="1606775"/>
            <a:ext cx="2345400" cy="1127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36" name="Google Shape;136;p16"/>
          <p:cNvSpPr>
            <a:spLocks noGrp="1"/>
          </p:cNvSpPr>
          <p:nvPr>
            <p:ph type="pic" idx="2"/>
          </p:nvPr>
        </p:nvSpPr>
        <p:spPr>
          <a:xfrm>
            <a:off x="5588500" y="539500"/>
            <a:ext cx="2801100" cy="4064700"/>
          </a:xfrm>
          <a:prstGeom prst="roundRect">
            <a:avLst>
              <a:gd name="adj" fmla="val 16667"/>
            </a:avLst>
          </a:prstGeom>
          <a:noFill/>
          <a:ln>
            <a:noFill/>
          </a:ln>
        </p:spPr>
      </p:sp>
      <p:sp>
        <p:nvSpPr>
          <p:cNvPr id="137" name="Google Shape;137;p16"/>
          <p:cNvSpPr>
            <a:spLocks noGrp="1"/>
          </p:cNvSpPr>
          <p:nvPr>
            <p:ph type="pic" idx="3"/>
          </p:nvPr>
        </p:nvSpPr>
        <p:spPr>
          <a:xfrm>
            <a:off x="3171450" y="539500"/>
            <a:ext cx="2304300" cy="2285700"/>
          </a:xfrm>
          <a:prstGeom prst="roundRect">
            <a:avLst>
              <a:gd name="adj" fmla="val 16667"/>
            </a:avLst>
          </a:prstGeom>
          <a:noFill/>
          <a:ln>
            <a:noFill/>
          </a:ln>
        </p:spPr>
      </p:sp>
      <p:sp>
        <p:nvSpPr>
          <p:cNvPr id="138" name="Google Shape;138;p16"/>
          <p:cNvSpPr>
            <a:spLocks noGrp="1"/>
          </p:cNvSpPr>
          <p:nvPr>
            <p:ph type="pic" idx="4"/>
          </p:nvPr>
        </p:nvSpPr>
        <p:spPr>
          <a:xfrm>
            <a:off x="3171450" y="2953775"/>
            <a:ext cx="2304300" cy="1650300"/>
          </a:xfrm>
          <a:prstGeom prst="roundRect">
            <a:avLst>
              <a:gd name="adj" fmla="val 16667"/>
            </a:avLst>
          </a:prstGeom>
          <a:noFill/>
          <a:ln>
            <a:noFill/>
          </a:ln>
        </p:spPr>
      </p:sp>
      <p:sp>
        <p:nvSpPr>
          <p:cNvPr id="139" name="Google Shape;139;p16"/>
          <p:cNvSpPr>
            <a:spLocks noGrp="1"/>
          </p:cNvSpPr>
          <p:nvPr>
            <p:ph type="pic" idx="5"/>
          </p:nvPr>
        </p:nvSpPr>
        <p:spPr>
          <a:xfrm>
            <a:off x="754400" y="2953775"/>
            <a:ext cx="2304300" cy="1650300"/>
          </a:xfrm>
          <a:prstGeom prst="roundRect">
            <a:avLst>
              <a:gd name="adj" fmla="val 16667"/>
            </a:avLst>
          </a:prstGeom>
          <a:noFill/>
          <a:ln>
            <a:no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ext 2">
  <p:cSld name="CUSTOM_4_2">
    <p:spTree>
      <p:nvGrpSpPr>
        <p:cNvPr id="1" name="Shape 140"/>
        <p:cNvGrpSpPr/>
        <p:nvPr/>
      </p:nvGrpSpPr>
      <p:grpSpPr>
        <a:xfrm>
          <a:off x="0" y="0"/>
          <a:ext cx="0" cy="0"/>
          <a:chOff x="0" y="0"/>
          <a:chExt cx="0" cy="0"/>
        </a:xfrm>
      </p:grpSpPr>
      <p:grpSp>
        <p:nvGrpSpPr>
          <p:cNvPr id="141" name="Google Shape;141;p17"/>
          <p:cNvGrpSpPr/>
          <p:nvPr/>
        </p:nvGrpSpPr>
        <p:grpSpPr>
          <a:xfrm>
            <a:off x="0" y="4"/>
            <a:ext cx="9144004" cy="5143496"/>
            <a:chOff x="0" y="4"/>
            <a:chExt cx="9144004" cy="5143496"/>
          </a:xfrm>
        </p:grpSpPr>
        <p:pic>
          <p:nvPicPr>
            <p:cNvPr id="142" name="Google Shape;142;p17"/>
            <p:cNvPicPr preferRelativeResize="0"/>
            <p:nvPr/>
          </p:nvPicPr>
          <p:blipFill>
            <a:blip r:embed="rId2"/>
            <a:stretch>
              <a:fillRect/>
            </a:stretch>
          </p:blipFill>
          <p:spPr>
            <a:xfrm rot="-5400000">
              <a:off x="-564975" y="1487975"/>
              <a:ext cx="4220500" cy="3090550"/>
            </a:xfrm>
            <a:prstGeom prst="rect">
              <a:avLst/>
            </a:prstGeom>
            <a:noFill/>
            <a:ln>
              <a:noFill/>
            </a:ln>
          </p:spPr>
        </p:pic>
        <p:pic>
          <p:nvPicPr>
            <p:cNvPr id="143" name="Google Shape;143;p17"/>
            <p:cNvPicPr preferRelativeResize="0"/>
            <p:nvPr/>
          </p:nvPicPr>
          <p:blipFill>
            <a:blip r:embed="rId3"/>
            <a:stretch>
              <a:fillRect/>
            </a:stretch>
          </p:blipFill>
          <p:spPr>
            <a:xfrm rot="-5400000">
              <a:off x="6335799" y="-429125"/>
              <a:ext cx="2379077" cy="3237334"/>
            </a:xfrm>
            <a:prstGeom prst="rect">
              <a:avLst/>
            </a:prstGeom>
            <a:noFill/>
            <a:ln>
              <a:noFill/>
            </a:ln>
          </p:spPr>
        </p:pic>
      </p:grpSp>
      <p:grpSp>
        <p:nvGrpSpPr>
          <p:cNvPr id="144" name="Google Shape;144;p17"/>
          <p:cNvGrpSpPr/>
          <p:nvPr/>
        </p:nvGrpSpPr>
        <p:grpSpPr>
          <a:xfrm rot="-10539848" flipH="1">
            <a:off x="6108563" y="4049075"/>
            <a:ext cx="4573901" cy="3479217"/>
            <a:chOff x="1522650" y="1117750"/>
            <a:chExt cx="4574075" cy="3479350"/>
          </a:xfrm>
        </p:grpSpPr>
        <p:sp>
          <p:nvSpPr>
            <p:cNvPr id="145" name="Google Shape;145;p17"/>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17"/>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7" name="Google Shape;147;p1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48" name="Google Shape;148;p17"/>
          <p:cNvSpPr txBox="1">
            <a:spLocks noGrp="1"/>
          </p:cNvSpPr>
          <p:nvPr>
            <p:ph type="subTitle" idx="1"/>
          </p:nvPr>
        </p:nvSpPr>
        <p:spPr>
          <a:xfrm>
            <a:off x="719975" y="1164450"/>
            <a:ext cx="3748800" cy="11889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1"/>
              </a:buClr>
              <a:buSzPts val="1200"/>
              <a:buChar char="●"/>
              <a:defRPr/>
            </a:lvl1pPr>
            <a:lvl2pPr lvl="1">
              <a:spcBef>
                <a:spcPts val="0"/>
              </a:spcBef>
              <a:spcAft>
                <a:spcPts val="0"/>
              </a:spcAft>
              <a:buSzPts val="1200"/>
              <a:buChar char="○"/>
              <a:defRPr/>
            </a:lvl2pPr>
            <a:lvl3pPr lvl="2">
              <a:spcBef>
                <a:spcPts val="0"/>
              </a:spcBef>
              <a:spcAft>
                <a:spcPts val="0"/>
              </a:spcAft>
              <a:buSzPts val="1200"/>
              <a:buChar char="■"/>
              <a:defRPr/>
            </a:lvl3pPr>
            <a:lvl4pPr lvl="3">
              <a:spcBef>
                <a:spcPts val="0"/>
              </a:spcBef>
              <a:spcAft>
                <a:spcPts val="0"/>
              </a:spcAft>
              <a:buSzPts val="1200"/>
              <a:buChar char="●"/>
              <a:defRPr/>
            </a:lvl4pPr>
            <a:lvl5pPr lvl="4">
              <a:spcBef>
                <a:spcPts val="0"/>
              </a:spcBef>
              <a:spcAft>
                <a:spcPts val="0"/>
              </a:spcAft>
              <a:buSzPts val="1200"/>
              <a:buChar char="○"/>
              <a:defRPr/>
            </a:lvl5pPr>
            <a:lvl6pPr lvl="5">
              <a:spcBef>
                <a:spcPts val="0"/>
              </a:spcBef>
              <a:spcAft>
                <a:spcPts val="0"/>
              </a:spcAft>
              <a:buSzPts val="1200"/>
              <a:buChar char="■"/>
              <a:defRPr/>
            </a:lvl6pPr>
            <a:lvl7pPr lvl="6">
              <a:spcBef>
                <a:spcPts val="0"/>
              </a:spcBef>
              <a:spcAft>
                <a:spcPts val="0"/>
              </a:spcAft>
              <a:buSzPts val="1200"/>
              <a:buChar char="●"/>
              <a:defRPr/>
            </a:lvl7pPr>
            <a:lvl8pPr lvl="7">
              <a:spcBef>
                <a:spcPts val="0"/>
              </a:spcBef>
              <a:spcAft>
                <a:spcPts val="0"/>
              </a:spcAft>
              <a:buSzPts val="1200"/>
              <a:buChar char="○"/>
              <a:defRPr/>
            </a:lvl8pPr>
            <a:lvl9pPr lvl="8">
              <a:spcBef>
                <a:spcPts val="0"/>
              </a:spcBef>
              <a:spcAft>
                <a:spcPts val="0"/>
              </a:spcAft>
              <a:buSzPts val="1200"/>
              <a:buChar char="■"/>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ext 3">
  <p:cSld name="CUSTOM_4_3">
    <p:spTree>
      <p:nvGrpSpPr>
        <p:cNvPr id="1" name="Shape 149"/>
        <p:cNvGrpSpPr/>
        <p:nvPr/>
      </p:nvGrpSpPr>
      <p:grpSpPr>
        <a:xfrm>
          <a:off x="0" y="0"/>
          <a:ext cx="0" cy="0"/>
          <a:chOff x="0" y="0"/>
          <a:chExt cx="0" cy="0"/>
        </a:xfrm>
      </p:grpSpPr>
      <p:grpSp>
        <p:nvGrpSpPr>
          <p:cNvPr id="150" name="Google Shape;150;p18"/>
          <p:cNvGrpSpPr/>
          <p:nvPr/>
        </p:nvGrpSpPr>
        <p:grpSpPr>
          <a:xfrm>
            <a:off x="0" y="0"/>
            <a:ext cx="9144001" cy="5143500"/>
            <a:chOff x="0" y="0"/>
            <a:chExt cx="9144001" cy="5143500"/>
          </a:xfrm>
        </p:grpSpPr>
        <p:pic>
          <p:nvPicPr>
            <p:cNvPr id="151" name="Google Shape;151;p18"/>
            <p:cNvPicPr preferRelativeResize="0"/>
            <p:nvPr/>
          </p:nvPicPr>
          <p:blipFill>
            <a:blip r:embed="rId2"/>
            <a:stretch>
              <a:fillRect/>
            </a:stretch>
          </p:blipFill>
          <p:spPr>
            <a:xfrm rot="10800000" flipH="1">
              <a:off x="0" y="2052950"/>
              <a:ext cx="4220500" cy="3090550"/>
            </a:xfrm>
            <a:prstGeom prst="rect">
              <a:avLst/>
            </a:prstGeom>
            <a:noFill/>
            <a:ln>
              <a:noFill/>
            </a:ln>
          </p:spPr>
        </p:pic>
        <p:pic>
          <p:nvPicPr>
            <p:cNvPr id="152" name="Google Shape;152;p18"/>
            <p:cNvPicPr preferRelativeResize="0"/>
            <p:nvPr/>
          </p:nvPicPr>
          <p:blipFill>
            <a:blip r:embed="rId3"/>
            <a:stretch>
              <a:fillRect/>
            </a:stretch>
          </p:blipFill>
          <p:spPr>
            <a:xfrm rot="10800000" flipH="1">
              <a:off x="6764924" y="0"/>
              <a:ext cx="2379077" cy="3237334"/>
            </a:xfrm>
            <a:prstGeom prst="rect">
              <a:avLst/>
            </a:prstGeom>
            <a:noFill/>
            <a:ln>
              <a:noFill/>
            </a:ln>
          </p:spPr>
        </p:pic>
      </p:grpSp>
      <p:grpSp>
        <p:nvGrpSpPr>
          <p:cNvPr id="153" name="Google Shape;153;p18"/>
          <p:cNvGrpSpPr/>
          <p:nvPr/>
        </p:nvGrpSpPr>
        <p:grpSpPr>
          <a:xfrm rot="10800000">
            <a:off x="6704226" y="3811697"/>
            <a:ext cx="4574075" cy="3479350"/>
            <a:chOff x="1522650" y="1117750"/>
            <a:chExt cx="4574075" cy="3479350"/>
          </a:xfrm>
        </p:grpSpPr>
        <p:sp>
          <p:nvSpPr>
            <p:cNvPr id="154" name="Google Shape;154;p18"/>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18"/>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6" name="Google Shape;156;p18"/>
          <p:cNvSpPr txBox="1">
            <a:spLocks noGrp="1"/>
          </p:cNvSpPr>
          <p:nvPr>
            <p:ph type="subTitle" idx="1"/>
          </p:nvPr>
        </p:nvSpPr>
        <p:spPr>
          <a:xfrm>
            <a:off x="719975" y="1393800"/>
            <a:ext cx="5015400" cy="22035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accent1"/>
              </a:buClr>
              <a:buSzPts val="1200"/>
              <a:buChar char="●"/>
              <a:defRPr/>
            </a:lvl1pPr>
            <a:lvl2pPr lvl="1" rtl="0">
              <a:spcBef>
                <a:spcPts val="0"/>
              </a:spcBef>
              <a:spcAft>
                <a:spcPts val="0"/>
              </a:spcAft>
              <a:buSzPts val="1200"/>
              <a:buChar char="○"/>
              <a:defRPr/>
            </a:lvl2pPr>
            <a:lvl3pPr lvl="2" rtl="0">
              <a:spcBef>
                <a:spcPts val="0"/>
              </a:spcBef>
              <a:spcAft>
                <a:spcPts val="0"/>
              </a:spcAft>
              <a:buSzPts val="1200"/>
              <a:buChar char="■"/>
              <a:defRPr/>
            </a:lvl3pPr>
            <a:lvl4pPr lvl="3" rtl="0">
              <a:spcBef>
                <a:spcPts val="0"/>
              </a:spcBef>
              <a:spcAft>
                <a:spcPts val="0"/>
              </a:spcAft>
              <a:buSzPts val="1200"/>
              <a:buChar char="●"/>
              <a:defRPr/>
            </a:lvl4pPr>
            <a:lvl5pPr lvl="4" rtl="0">
              <a:spcBef>
                <a:spcPts val="0"/>
              </a:spcBef>
              <a:spcAft>
                <a:spcPts val="0"/>
              </a:spcAft>
              <a:buSzPts val="1200"/>
              <a:buChar char="○"/>
              <a:defRPr/>
            </a:lvl5pPr>
            <a:lvl6pPr lvl="5" rtl="0">
              <a:spcBef>
                <a:spcPts val="0"/>
              </a:spcBef>
              <a:spcAft>
                <a:spcPts val="0"/>
              </a:spcAft>
              <a:buSzPts val="1200"/>
              <a:buChar char="■"/>
              <a:defRPr/>
            </a:lvl6pPr>
            <a:lvl7pPr lvl="6" rtl="0">
              <a:spcBef>
                <a:spcPts val="0"/>
              </a:spcBef>
              <a:spcAft>
                <a:spcPts val="0"/>
              </a:spcAft>
              <a:buSzPts val="1200"/>
              <a:buChar char="●"/>
              <a:defRPr/>
            </a:lvl7pPr>
            <a:lvl8pPr lvl="7" rtl="0">
              <a:spcBef>
                <a:spcPts val="0"/>
              </a:spcBef>
              <a:spcAft>
                <a:spcPts val="0"/>
              </a:spcAft>
              <a:buSzPts val="1200"/>
              <a:buChar char="○"/>
              <a:defRPr/>
            </a:lvl8pPr>
            <a:lvl9pPr lvl="8" rtl="0">
              <a:spcBef>
                <a:spcPts val="0"/>
              </a:spcBef>
              <a:spcAft>
                <a:spcPts val="0"/>
              </a:spcAft>
              <a:buSzPts val="1200"/>
              <a:buChar char="■"/>
              <a:defRPr/>
            </a:lvl9pPr>
          </a:lstStyle>
          <a:p>
            <a:endParaRPr/>
          </a:p>
        </p:txBody>
      </p:sp>
      <p:sp>
        <p:nvSpPr>
          <p:cNvPr id="157" name="Google Shape;157;p1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158"/>
        <p:cNvGrpSpPr/>
        <p:nvPr/>
      </p:nvGrpSpPr>
      <p:grpSpPr>
        <a:xfrm>
          <a:off x="0" y="0"/>
          <a:ext cx="0" cy="0"/>
          <a:chOff x="0" y="0"/>
          <a:chExt cx="0" cy="0"/>
        </a:xfrm>
      </p:grpSpPr>
      <p:grpSp>
        <p:nvGrpSpPr>
          <p:cNvPr id="159" name="Google Shape;159;p19"/>
          <p:cNvGrpSpPr/>
          <p:nvPr/>
        </p:nvGrpSpPr>
        <p:grpSpPr>
          <a:xfrm>
            <a:off x="0" y="0"/>
            <a:ext cx="9144001" cy="5143500"/>
            <a:chOff x="0" y="0"/>
            <a:chExt cx="9144001" cy="5143500"/>
          </a:xfrm>
        </p:grpSpPr>
        <p:pic>
          <p:nvPicPr>
            <p:cNvPr id="160" name="Google Shape;160;p19"/>
            <p:cNvPicPr preferRelativeResize="0"/>
            <p:nvPr/>
          </p:nvPicPr>
          <p:blipFill>
            <a:blip r:embed="rId2"/>
            <a:stretch>
              <a:fillRect/>
            </a:stretch>
          </p:blipFill>
          <p:spPr>
            <a:xfrm rot="10800000" flipH="1">
              <a:off x="0" y="2052950"/>
              <a:ext cx="4220500" cy="3090550"/>
            </a:xfrm>
            <a:prstGeom prst="rect">
              <a:avLst/>
            </a:prstGeom>
            <a:noFill/>
            <a:ln>
              <a:noFill/>
            </a:ln>
          </p:spPr>
        </p:pic>
        <p:pic>
          <p:nvPicPr>
            <p:cNvPr id="161" name="Google Shape;161;p19"/>
            <p:cNvPicPr preferRelativeResize="0"/>
            <p:nvPr/>
          </p:nvPicPr>
          <p:blipFill>
            <a:blip r:embed="rId3"/>
            <a:stretch>
              <a:fillRect/>
            </a:stretch>
          </p:blipFill>
          <p:spPr>
            <a:xfrm rot="10800000" flipH="1">
              <a:off x="6764924" y="0"/>
              <a:ext cx="2379077" cy="3237334"/>
            </a:xfrm>
            <a:prstGeom prst="rect">
              <a:avLst/>
            </a:prstGeom>
            <a:noFill/>
            <a:ln>
              <a:noFill/>
            </a:ln>
          </p:spPr>
        </p:pic>
      </p:grpSp>
      <p:grpSp>
        <p:nvGrpSpPr>
          <p:cNvPr id="162" name="Google Shape;162;p19"/>
          <p:cNvGrpSpPr/>
          <p:nvPr/>
        </p:nvGrpSpPr>
        <p:grpSpPr>
          <a:xfrm rot="10800000">
            <a:off x="6704226" y="3811697"/>
            <a:ext cx="4574075" cy="3479350"/>
            <a:chOff x="1522650" y="1117750"/>
            <a:chExt cx="4574075" cy="3479350"/>
          </a:xfrm>
        </p:grpSpPr>
        <p:sp>
          <p:nvSpPr>
            <p:cNvPr id="163" name="Google Shape;163;p19"/>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19"/>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5" name="Google Shape;165;p1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66" name="Google Shape;166;p19"/>
          <p:cNvSpPr txBox="1">
            <a:spLocks noGrp="1"/>
          </p:cNvSpPr>
          <p:nvPr>
            <p:ph type="subTitle" idx="1"/>
          </p:nvPr>
        </p:nvSpPr>
        <p:spPr>
          <a:xfrm>
            <a:off x="865525" y="2741725"/>
            <a:ext cx="2189400" cy="186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67" name="Google Shape;167;p19"/>
          <p:cNvSpPr txBox="1">
            <a:spLocks noGrp="1"/>
          </p:cNvSpPr>
          <p:nvPr>
            <p:ph type="subTitle" idx="2"/>
          </p:nvPr>
        </p:nvSpPr>
        <p:spPr>
          <a:xfrm>
            <a:off x="3433873" y="2741725"/>
            <a:ext cx="2189400" cy="186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68" name="Google Shape;168;p19"/>
          <p:cNvSpPr txBox="1">
            <a:spLocks noGrp="1"/>
          </p:cNvSpPr>
          <p:nvPr>
            <p:ph type="subTitle" idx="3"/>
          </p:nvPr>
        </p:nvSpPr>
        <p:spPr>
          <a:xfrm>
            <a:off x="6002228" y="2741725"/>
            <a:ext cx="2189400" cy="186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69" name="Google Shape;169;p19"/>
          <p:cNvSpPr txBox="1">
            <a:spLocks noGrp="1"/>
          </p:cNvSpPr>
          <p:nvPr>
            <p:ph type="subTitle" idx="4"/>
          </p:nvPr>
        </p:nvSpPr>
        <p:spPr>
          <a:xfrm>
            <a:off x="865525" y="2046500"/>
            <a:ext cx="2189400" cy="7083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170" name="Google Shape;170;p19"/>
          <p:cNvSpPr txBox="1">
            <a:spLocks noGrp="1"/>
          </p:cNvSpPr>
          <p:nvPr>
            <p:ph type="subTitle" idx="5"/>
          </p:nvPr>
        </p:nvSpPr>
        <p:spPr>
          <a:xfrm>
            <a:off x="3433878" y="2046500"/>
            <a:ext cx="2189400" cy="7083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171" name="Google Shape;171;p19"/>
          <p:cNvSpPr txBox="1">
            <a:spLocks noGrp="1"/>
          </p:cNvSpPr>
          <p:nvPr>
            <p:ph type="subTitle" idx="6"/>
          </p:nvPr>
        </p:nvSpPr>
        <p:spPr>
          <a:xfrm>
            <a:off x="6002231" y="2046500"/>
            <a:ext cx="2189400" cy="7083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four columns">
  <p:cSld name="CUSTOM_5">
    <p:spTree>
      <p:nvGrpSpPr>
        <p:cNvPr id="1" name="Shape 172"/>
        <p:cNvGrpSpPr/>
        <p:nvPr/>
      </p:nvGrpSpPr>
      <p:grpSpPr>
        <a:xfrm>
          <a:off x="0" y="0"/>
          <a:ext cx="0" cy="0"/>
          <a:chOff x="0" y="0"/>
          <a:chExt cx="0" cy="0"/>
        </a:xfrm>
      </p:grpSpPr>
      <p:grpSp>
        <p:nvGrpSpPr>
          <p:cNvPr id="173" name="Google Shape;173;p20"/>
          <p:cNvGrpSpPr/>
          <p:nvPr/>
        </p:nvGrpSpPr>
        <p:grpSpPr>
          <a:xfrm>
            <a:off x="0" y="4"/>
            <a:ext cx="9144004" cy="5143496"/>
            <a:chOff x="0" y="4"/>
            <a:chExt cx="9144004" cy="5143496"/>
          </a:xfrm>
        </p:grpSpPr>
        <p:pic>
          <p:nvPicPr>
            <p:cNvPr id="174" name="Google Shape;174;p20"/>
            <p:cNvPicPr preferRelativeResize="0"/>
            <p:nvPr/>
          </p:nvPicPr>
          <p:blipFill>
            <a:blip r:embed="rId2"/>
            <a:stretch>
              <a:fillRect/>
            </a:stretch>
          </p:blipFill>
          <p:spPr>
            <a:xfrm rot="-5400000">
              <a:off x="-564975" y="1487975"/>
              <a:ext cx="4220500" cy="3090550"/>
            </a:xfrm>
            <a:prstGeom prst="rect">
              <a:avLst/>
            </a:prstGeom>
            <a:noFill/>
            <a:ln>
              <a:noFill/>
            </a:ln>
          </p:spPr>
        </p:pic>
        <p:pic>
          <p:nvPicPr>
            <p:cNvPr id="175" name="Google Shape;175;p20"/>
            <p:cNvPicPr preferRelativeResize="0"/>
            <p:nvPr/>
          </p:nvPicPr>
          <p:blipFill>
            <a:blip r:embed="rId3"/>
            <a:stretch>
              <a:fillRect/>
            </a:stretch>
          </p:blipFill>
          <p:spPr>
            <a:xfrm rot="-5400000">
              <a:off x="6335799" y="-429125"/>
              <a:ext cx="2379077" cy="3237334"/>
            </a:xfrm>
            <a:prstGeom prst="rect">
              <a:avLst/>
            </a:prstGeom>
            <a:noFill/>
            <a:ln>
              <a:noFill/>
            </a:ln>
          </p:spPr>
        </p:pic>
      </p:grpSp>
      <p:grpSp>
        <p:nvGrpSpPr>
          <p:cNvPr id="176" name="Google Shape;176;p20"/>
          <p:cNvGrpSpPr/>
          <p:nvPr/>
        </p:nvGrpSpPr>
        <p:grpSpPr>
          <a:xfrm rot="-10539848" flipH="1">
            <a:off x="6108563" y="4049075"/>
            <a:ext cx="4573901" cy="3479217"/>
            <a:chOff x="1522650" y="1117750"/>
            <a:chExt cx="4574075" cy="3479350"/>
          </a:xfrm>
        </p:grpSpPr>
        <p:sp>
          <p:nvSpPr>
            <p:cNvPr id="177" name="Google Shape;177;p20"/>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20"/>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9" name="Google Shape;179;p2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80" name="Google Shape;180;p20"/>
          <p:cNvSpPr txBox="1">
            <a:spLocks noGrp="1"/>
          </p:cNvSpPr>
          <p:nvPr>
            <p:ph type="subTitle" idx="1"/>
          </p:nvPr>
        </p:nvSpPr>
        <p:spPr>
          <a:xfrm>
            <a:off x="1225674" y="1659425"/>
            <a:ext cx="3218700" cy="1207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81" name="Google Shape;181;p20"/>
          <p:cNvSpPr txBox="1">
            <a:spLocks noGrp="1"/>
          </p:cNvSpPr>
          <p:nvPr>
            <p:ph type="subTitle" idx="2"/>
          </p:nvPr>
        </p:nvSpPr>
        <p:spPr>
          <a:xfrm>
            <a:off x="5052125" y="1659425"/>
            <a:ext cx="3218700" cy="1207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82" name="Google Shape;182;p20"/>
          <p:cNvSpPr txBox="1">
            <a:spLocks noGrp="1"/>
          </p:cNvSpPr>
          <p:nvPr>
            <p:ph type="subTitle" idx="3"/>
          </p:nvPr>
        </p:nvSpPr>
        <p:spPr>
          <a:xfrm>
            <a:off x="1225674" y="3320000"/>
            <a:ext cx="3218700" cy="1207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83" name="Google Shape;183;p20"/>
          <p:cNvSpPr txBox="1">
            <a:spLocks noGrp="1"/>
          </p:cNvSpPr>
          <p:nvPr>
            <p:ph type="subTitle" idx="4"/>
          </p:nvPr>
        </p:nvSpPr>
        <p:spPr>
          <a:xfrm>
            <a:off x="5052125" y="3320000"/>
            <a:ext cx="3218700" cy="1207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84" name="Google Shape;184;p20"/>
          <p:cNvSpPr txBox="1">
            <a:spLocks noGrp="1"/>
          </p:cNvSpPr>
          <p:nvPr>
            <p:ph type="subTitle" idx="5"/>
          </p:nvPr>
        </p:nvSpPr>
        <p:spPr>
          <a:xfrm>
            <a:off x="1225675" y="1331675"/>
            <a:ext cx="3218700" cy="411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185" name="Google Shape;185;p20"/>
          <p:cNvSpPr txBox="1">
            <a:spLocks noGrp="1"/>
          </p:cNvSpPr>
          <p:nvPr>
            <p:ph type="subTitle" idx="6"/>
          </p:nvPr>
        </p:nvSpPr>
        <p:spPr>
          <a:xfrm>
            <a:off x="1225675" y="2992275"/>
            <a:ext cx="3218700" cy="411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186" name="Google Shape;186;p20"/>
          <p:cNvSpPr txBox="1">
            <a:spLocks noGrp="1"/>
          </p:cNvSpPr>
          <p:nvPr>
            <p:ph type="subTitle" idx="7"/>
          </p:nvPr>
        </p:nvSpPr>
        <p:spPr>
          <a:xfrm>
            <a:off x="5052099" y="1331675"/>
            <a:ext cx="3218700" cy="411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187" name="Google Shape;187;p20"/>
          <p:cNvSpPr txBox="1">
            <a:spLocks noGrp="1"/>
          </p:cNvSpPr>
          <p:nvPr>
            <p:ph type="subTitle" idx="8"/>
          </p:nvPr>
        </p:nvSpPr>
        <p:spPr>
          <a:xfrm>
            <a:off x="5052099" y="2992275"/>
            <a:ext cx="3218700" cy="411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six columns">
  <p:cSld name="CUSTOM_7">
    <p:spTree>
      <p:nvGrpSpPr>
        <p:cNvPr id="1" name="Shape 188"/>
        <p:cNvGrpSpPr/>
        <p:nvPr/>
      </p:nvGrpSpPr>
      <p:grpSpPr>
        <a:xfrm>
          <a:off x="0" y="0"/>
          <a:ext cx="0" cy="0"/>
          <a:chOff x="0" y="0"/>
          <a:chExt cx="0" cy="0"/>
        </a:xfrm>
      </p:grpSpPr>
      <p:grpSp>
        <p:nvGrpSpPr>
          <p:cNvPr id="189" name="Google Shape;189;p21"/>
          <p:cNvGrpSpPr/>
          <p:nvPr/>
        </p:nvGrpSpPr>
        <p:grpSpPr>
          <a:xfrm>
            <a:off x="0" y="0"/>
            <a:ext cx="9144001" cy="5143500"/>
            <a:chOff x="0" y="0"/>
            <a:chExt cx="9144001" cy="5143500"/>
          </a:xfrm>
        </p:grpSpPr>
        <p:pic>
          <p:nvPicPr>
            <p:cNvPr id="190" name="Google Shape;190;p21"/>
            <p:cNvPicPr preferRelativeResize="0"/>
            <p:nvPr/>
          </p:nvPicPr>
          <p:blipFill>
            <a:blip r:embed="rId2"/>
            <a:stretch>
              <a:fillRect/>
            </a:stretch>
          </p:blipFill>
          <p:spPr>
            <a:xfrm rot="10800000" flipH="1">
              <a:off x="0" y="2052950"/>
              <a:ext cx="4220500" cy="3090550"/>
            </a:xfrm>
            <a:prstGeom prst="rect">
              <a:avLst/>
            </a:prstGeom>
            <a:noFill/>
            <a:ln>
              <a:noFill/>
            </a:ln>
          </p:spPr>
        </p:pic>
        <p:pic>
          <p:nvPicPr>
            <p:cNvPr id="191" name="Google Shape;191;p21"/>
            <p:cNvPicPr preferRelativeResize="0"/>
            <p:nvPr/>
          </p:nvPicPr>
          <p:blipFill>
            <a:blip r:embed="rId3"/>
            <a:stretch>
              <a:fillRect/>
            </a:stretch>
          </p:blipFill>
          <p:spPr>
            <a:xfrm rot="10800000" flipH="1">
              <a:off x="6764924" y="0"/>
              <a:ext cx="2379077" cy="3237334"/>
            </a:xfrm>
            <a:prstGeom prst="rect">
              <a:avLst/>
            </a:prstGeom>
            <a:noFill/>
            <a:ln>
              <a:noFill/>
            </a:ln>
          </p:spPr>
        </p:pic>
      </p:grpSp>
      <p:grpSp>
        <p:nvGrpSpPr>
          <p:cNvPr id="192" name="Google Shape;192;p21"/>
          <p:cNvGrpSpPr/>
          <p:nvPr/>
        </p:nvGrpSpPr>
        <p:grpSpPr>
          <a:xfrm rot="10800000">
            <a:off x="6704226" y="3811697"/>
            <a:ext cx="4574075" cy="3479350"/>
            <a:chOff x="1522650" y="1117750"/>
            <a:chExt cx="4574075" cy="3479350"/>
          </a:xfrm>
        </p:grpSpPr>
        <p:sp>
          <p:nvSpPr>
            <p:cNvPr id="193" name="Google Shape;193;p21"/>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21"/>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5" name="Google Shape;195;p2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96" name="Google Shape;196;p21"/>
          <p:cNvSpPr txBox="1">
            <a:spLocks noGrp="1"/>
          </p:cNvSpPr>
          <p:nvPr>
            <p:ph type="subTitle" idx="1"/>
          </p:nvPr>
        </p:nvSpPr>
        <p:spPr>
          <a:xfrm>
            <a:off x="1162025" y="1656927"/>
            <a:ext cx="1975200" cy="1188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97" name="Google Shape;197;p21"/>
          <p:cNvSpPr txBox="1">
            <a:spLocks noGrp="1"/>
          </p:cNvSpPr>
          <p:nvPr>
            <p:ph type="subTitle" idx="2"/>
          </p:nvPr>
        </p:nvSpPr>
        <p:spPr>
          <a:xfrm>
            <a:off x="3782975" y="1656925"/>
            <a:ext cx="1972200" cy="1188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98" name="Google Shape;198;p21"/>
          <p:cNvSpPr txBox="1">
            <a:spLocks noGrp="1"/>
          </p:cNvSpPr>
          <p:nvPr>
            <p:ph type="subTitle" idx="3"/>
          </p:nvPr>
        </p:nvSpPr>
        <p:spPr>
          <a:xfrm>
            <a:off x="1162025" y="3387221"/>
            <a:ext cx="1975200" cy="1188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99" name="Google Shape;199;p21"/>
          <p:cNvSpPr txBox="1">
            <a:spLocks noGrp="1"/>
          </p:cNvSpPr>
          <p:nvPr>
            <p:ph type="subTitle" idx="4"/>
          </p:nvPr>
        </p:nvSpPr>
        <p:spPr>
          <a:xfrm>
            <a:off x="3782975" y="3387221"/>
            <a:ext cx="1975200" cy="1188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00" name="Google Shape;200;p21"/>
          <p:cNvSpPr txBox="1">
            <a:spLocks noGrp="1"/>
          </p:cNvSpPr>
          <p:nvPr>
            <p:ph type="subTitle" idx="5"/>
          </p:nvPr>
        </p:nvSpPr>
        <p:spPr>
          <a:xfrm>
            <a:off x="6403925" y="1656927"/>
            <a:ext cx="1975200" cy="1188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01" name="Google Shape;201;p21"/>
          <p:cNvSpPr txBox="1">
            <a:spLocks noGrp="1"/>
          </p:cNvSpPr>
          <p:nvPr>
            <p:ph type="subTitle" idx="6"/>
          </p:nvPr>
        </p:nvSpPr>
        <p:spPr>
          <a:xfrm>
            <a:off x="6403925" y="3387221"/>
            <a:ext cx="1975200" cy="1188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02" name="Google Shape;202;p21"/>
          <p:cNvSpPr txBox="1">
            <a:spLocks noGrp="1"/>
          </p:cNvSpPr>
          <p:nvPr>
            <p:ph type="subTitle" idx="7"/>
          </p:nvPr>
        </p:nvSpPr>
        <p:spPr>
          <a:xfrm>
            <a:off x="1162025" y="1359241"/>
            <a:ext cx="19752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203" name="Google Shape;203;p21"/>
          <p:cNvSpPr txBox="1">
            <a:spLocks noGrp="1"/>
          </p:cNvSpPr>
          <p:nvPr>
            <p:ph type="subTitle" idx="8"/>
          </p:nvPr>
        </p:nvSpPr>
        <p:spPr>
          <a:xfrm>
            <a:off x="3782975" y="1359241"/>
            <a:ext cx="19722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204" name="Google Shape;204;p21"/>
          <p:cNvSpPr txBox="1">
            <a:spLocks noGrp="1"/>
          </p:cNvSpPr>
          <p:nvPr>
            <p:ph type="subTitle" idx="9"/>
          </p:nvPr>
        </p:nvSpPr>
        <p:spPr>
          <a:xfrm>
            <a:off x="6403925" y="1359241"/>
            <a:ext cx="19728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205" name="Google Shape;205;p21"/>
          <p:cNvSpPr txBox="1">
            <a:spLocks noGrp="1"/>
          </p:cNvSpPr>
          <p:nvPr>
            <p:ph type="subTitle" idx="13"/>
          </p:nvPr>
        </p:nvSpPr>
        <p:spPr>
          <a:xfrm>
            <a:off x="1162025" y="3086317"/>
            <a:ext cx="19752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206" name="Google Shape;206;p21"/>
          <p:cNvSpPr txBox="1">
            <a:spLocks noGrp="1"/>
          </p:cNvSpPr>
          <p:nvPr>
            <p:ph type="subTitle" idx="14"/>
          </p:nvPr>
        </p:nvSpPr>
        <p:spPr>
          <a:xfrm>
            <a:off x="3782975" y="3086317"/>
            <a:ext cx="19722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207" name="Google Shape;207;p21"/>
          <p:cNvSpPr txBox="1">
            <a:spLocks noGrp="1"/>
          </p:cNvSpPr>
          <p:nvPr>
            <p:ph type="subTitle" idx="15"/>
          </p:nvPr>
        </p:nvSpPr>
        <p:spPr>
          <a:xfrm>
            <a:off x="6403925" y="3086317"/>
            <a:ext cx="1972800" cy="377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Raleway"/>
              <a:buNone/>
              <a:defRPr sz="1800">
                <a:solidFill>
                  <a:schemeClr val="dk1"/>
                </a:solidFill>
                <a:latin typeface="Space Grotesk Medium"/>
                <a:ea typeface="Space Grotesk Medium"/>
                <a:cs typeface="Space Grotesk Medium"/>
                <a:sym typeface="Space Grotesk Medium"/>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Numbers and text">
  <p:cSld name="CUSTOM_8">
    <p:spTree>
      <p:nvGrpSpPr>
        <p:cNvPr id="1" name="Shape 208"/>
        <p:cNvGrpSpPr/>
        <p:nvPr/>
      </p:nvGrpSpPr>
      <p:grpSpPr>
        <a:xfrm>
          <a:off x="0" y="0"/>
          <a:ext cx="0" cy="0"/>
          <a:chOff x="0" y="0"/>
          <a:chExt cx="0" cy="0"/>
        </a:xfrm>
      </p:grpSpPr>
      <p:sp>
        <p:nvSpPr>
          <p:cNvPr id="209" name="Google Shape;209;p22"/>
          <p:cNvSpPr txBox="1">
            <a:spLocks noGrp="1"/>
          </p:cNvSpPr>
          <p:nvPr>
            <p:ph type="title" hasCustomPrompt="1"/>
          </p:nvPr>
        </p:nvSpPr>
        <p:spPr>
          <a:xfrm>
            <a:off x="1200575" y="2266166"/>
            <a:ext cx="2739300" cy="667500"/>
          </a:xfrm>
          <a:prstGeom prst="rect">
            <a:avLst/>
          </a:prstGeom>
          <a:solidFill>
            <a:schemeClr val="dk2"/>
          </a:solidFill>
        </p:spPr>
        <p:txBody>
          <a:bodyPr spcFirstLastPara="1" wrap="square" lIns="91425" tIns="91425" rIns="91425" bIns="91425" anchor="ctr" anchorCtr="0">
            <a:noAutofit/>
          </a:bodyPr>
          <a:lstStyle>
            <a:lvl1pPr lvl="0" rtl="0">
              <a:spcBef>
                <a:spcPts val="0"/>
              </a:spcBef>
              <a:spcAft>
                <a:spcPts val="0"/>
              </a:spcAft>
              <a:buClr>
                <a:schemeClr val="lt1"/>
              </a:buClr>
              <a:buSzPts val="6000"/>
              <a:buNone/>
              <a:defRPr sz="41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210" name="Google Shape;210;p22"/>
          <p:cNvSpPr txBox="1">
            <a:spLocks noGrp="1"/>
          </p:cNvSpPr>
          <p:nvPr>
            <p:ph type="subTitle" idx="1"/>
          </p:nvPr>
        </p:nvSpPr>
        <p:spPr>
          <a:xfrm>
            <a:off x="1200575" y="2948884"/>
            <a:ext cx="2739300" cy="365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200"/>
              <a:buFont typeface="PT Sans" panose="020B0503020203020204"/>
              <a:buNone/>
              <a:defRPr sz="1600">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0"/>
              </a:spcBef>
              <a:spcAft>
                <a:spcPts val="0"/>
              </a:spcAft>
              <a:buClr>
                <a:schemeClr val="dk1"/>
              </a:buClr>
              <a:buSzPts val="1200"/>
              <a:buNone/>
              <a:defRPr>
                <a:solidFill>
                  <a:schemeClr val="dk1"/>
                </a:solidFill>
              </a:defRPr>
            </a:lvl3pPr>
            <a:lvl4pPr lvl="3" algn="ctr" rtl="0">
              <a:lnSpc>
                <a:spcPct val="100000"/>
              </a:lnSpc>
              <a:spcBef>
                <a:spcPts val="0"/>
              </a:spcBef>
              <a:spcAft>
                <a:spcPts val="0"/>
              </a:spcAft>
              <a:buClr>
                <a:schemeClr val="dk1"/>
              </a:buClr>
              <a:buSzPts val="1200"/>
              <a:buFont typeface="PT Sans" panose="020B0503020203020204"/>
              <a:buNone/>
              <a:defRPr>
                <a:solidFill>
                  <a:schemeClr val="dk1"/>
                </a:solidFill>
                <a:latin typeface="PT Sans" panose="020B0503020203020204"/>
                <a:ea typeface="PT Sans" panose="020B0503020203020204"/>
                <a:cs typeface="PT Sans" panose="020B0503020203020204"/>
                <a:sym typeface="PT Sans" panose="020B0503020203020204"/>
              </a:defRPr>
            </a:lvl4pPr>
            <a:lvl5pPr lvl="4" algn="ctr" rtl="0">
              <a:lnSpc>
                <a:spcPct val="100000"/>
              </a:lnSpc>
              <a:spcBef>
                <a:spcPts val="0"/>
              </a:spcBef>
              <a:spcAft>
                <a:spcPts val="0"/>
              </a:spcAft>
              <a:buClr>
                <a:schemeClr val="dk1"/>
              </a:buClr>
              <a:buSzPts val="1200"/>
              <a:buFont typeface="PT Sans" panose="020B0503020203020204"/>
              <a:buNone/>
              <a:defRPr>
                <a:solidFill>
                  <a:schemeClr val="dk1"/>
                </a:solidFill>
                <a:latin typeface="PT Sans" panose="020B0503020203020204"/>
                <a:ea typeface="PT Sans" panose="020B0503020203020204"/>
                <a:cs typeface="PT Sans" panose="020B0503020203020204"/>
                <a:sym typeface="PT Sans" panose="020B0503020203020204"/>
              </a:defRPr>
            </a:lvl5pPr>
            <a:lvl6pPr lvl="5" algn="ctr" rtl="0">
              <a:lnSpc>
                <a:spcPct val="100000"/>
              </a:lnSpc>
              <a:spcBef>
                <a:spcPts val="0"/>
              </a:spcBef>
              <a:spcAft>
                <a:spcPts val="0"/>
              </a:spcAft>
              <a:buClr>
                <a:schemeClr val="dk1"/>
              </a:buClr>
              <a:buSzPts val="1200"/>
              <a:buFont typeface="PT Sans" panose="020B0503020203020204"/>
              <a:buNone/>
              <a:defRPr>
                <a:solidFill>
                  <a:schemeClr val="dk1"/>
                </a:solidFill>
                <a:latin typeface="PT Sans" panose="020B0503020203020204"/>
                <a:ea typeface="PT Sans" panose="020B0503020203020204"/>
                <a:cs typeface="PT Sans" panose="020B0503020203020204"/>
                <a:sym typeface="PT Sans" panose="020B0503020203020204"/>
              </a:defRPr>
            </a:lvl6pPr>
            <a:lvl7pPr lvl="6" algn="ctr" rtl="0">
              <a:lnSpc>
                <a:spcPct val="100000"/>
              </a:lnSpc>
              <a:spcBef>
                <a:spcPts val="0"/>
              </a:spcBef>
              <a:spcAft>
                <a:spcPts val="0"/>
              </a:spcAft>
              <a:buClr>
                <a:schemeClr val="dk1"/>
              </a:buClr>
              <a:buSzPts val="1200"/>
              <a:buFont typeface="PT Sans" panose="020B0503020203020204"/>
              <a:buNone/>
              <a:defRPr>
                <a:solidFill>
                  <a:schemeClr val="dk1"/>
                </a:solidFill>
                <a:latin typeface="PT Sans" panose="020B0503020203020204"/>
                <a:ea typeface="PT Sans" panose="020B0503020203020204"/>
                <a:cs typeface="PT Sans" panose="020B0503020203020204"/>
                <a:sym typeface="PT Sans" panose="020B0503020203020204"/>
              </a:defRPr>
            </a:lvl7pPr>
            <a:lvl8pPr lvl="7" algn="ctr" rtl="0">
              <a:lnSpc>
                <a:spcPct val="100000"/>
              </a:lnSpc>
              <a:spcBef>
                <a:spcPts val="0"/>
              </a:spcBef>
              <a:spcAft>
                <a:spcPts val="0"/>
              </a:spcAft>
              <a:buClr>
                <a:schemeClr val="dk1"/>
              </a:buClr>
              <a:buSzPts val="1200"/>
              <a:buFont typeface="PT Sans" panose="020B0503020203020204"/>
              <a:buNone/>
              <a:defRPr>
                <a:solidFill>
                  <a:schemeClr val="dk1"/>
                </a:solidFill>
                <a:latin typeface="PT Sans" panose="020B0503020203020204"/>
                <a:ea typeface="PT Sans" panose="020B0503020203020204"/>
                <a:cs typeface="PT Sans" panose="020B0503020203020204"/>
                <a:sym typeface="PT Sans" panose="020B0503020203020204"/>
              </a:defRPr>
            </a:lvl8pPr>
            <a:lvl9pPr lvl="8" algn="ctr" rtl="0">
              <a:lnSpc>
                <a:spcPct val="100000"/>
              </a:lnSpc>
              <a:spcBef>
                <a:spcPts val="0"/>
              </a:spcBef>
              <a:spcAft>
                <a:spcPts val="0"/>
              </a:spcAft>
              <a:buClr>
                <a:schemeClr val="dk1"/>
              </a:buClr>
              <a:buSzPts val="1200"/>
              <a:buFont typeface="PT Sans" panose="020B0503020203020204"/>
              <a:buNone/>
              <a:defRPr>
                <a:solidFill>
                  <a:schemeClr val="dk1"/>
                </a:solidFill>
                <a:latin typeface="PT Sans" panose="020B0503020203020204"/>
                <a:ea typeface="PT Sans" panose="020B0503020203020204"/>
                <a:cs typeface="PT Sans" panose="020B0503020203020204"/>
                <a:sym typeface="PT Sans" panose="020B0503020203020204"/>
              </a:defRPr>
            </a:lvl9pPr>
          </a:lstStyle>
          <a:p>
            <a:endParaRPr/>
          </a:p>
        </p:txBody>
      </p:sp>
      <p:sp>
        <p:nvSpPr>
          <p:cNvPr id="211" name="Google Shape;211;p22"/>
          <p:cNvSpPr txBox="1">
            <a:spLocks noGrp="1"/>
          </p:cNvSpPr>
          <p:nvPr>
            <p:ph type="title" idx="2" hasCustomPrompt="1"/>
          </p:nvPr>
        </p:nvSpPr>
        <p:spPr>
          <a:xfrm>
            <a:off x="1200575" y="977950"/>
            <a:ext cx="2739300" cy="666300"/>
          </a:xfrm>
          <a:prstGeom prst="rect">
            <a:avLst/>
          </a:prstGeom>
          <a:solidFill>
            <a:schemeClr val="dk2"/>
          </a:solidFill>
        </p:spPr>
        <p:txBody>
          <a:bodyPr spcFirstLastPara="1" wrap="square" lIns="91425" tIns="91425" rIns="91425" bIns="91425" anchor="ctr" anchorCtr="0">
            <a:noAutofit/>
          </a:bodyPr>
          <a:lstStyle>
            <a:lvl1pPr lvl="0" rtl="0">
              <a:spcBef>
                <a:spcPts val="0"/>
              </a:spcBef>
              <a:spcAft>
                <a:spcPts val="0"/>
              </a:spcAft>
              <a:buClr>
                <a:schemeClr val="lt1"/>
              </a:buClr>
              <a:buSzPts val="6000"/>
              <a:buNone/>
              <a:defRPr sz="41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212" name="Google Shape;212;p22"/>
          <p:cNvSpPr txBox="1">
            <a:spLocks noGrp="1"/>
          </p:cNvSpPr>
          <p:nvPr>
            <p:ph type="subTitle" idx="3"/>
          </p:nvPr>
        </p:nvSpPr>
        <p:spPr>
          <a:xfrm>
            <a:off x="1200575" y="1669422"/>
            <a:ext cx="2739300" cy="361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200"/>
              <a:buFont typeface="PT Sans" panose="020B0503020203020204"/>
              <a:buNone/>
              <a:defRPr sz="1600">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0"/>
              </a:spcBef>
              <a:spcAft>
                <a:spcPts val="0"/>
              </a:spcAft>
              <a:buClr>
                <a:schemeClr val="dk1"/>
              </a:buClr>
              <a:buSzPts val="1200"/>
              <a:buNone/>
              <a:defRPr>
                <a:solidFill>
                  <a:schemeClr val="dk1"/>
                </a:solidFill>
              </a:defRPr>
            </a:lvl3pPr>
            <a:lvl4pPr lvl="3" algn="ctr" rtl="0">
              <a:lnSpc>
                <a:spcPct val="100000"/>
              </a:lnSpc>
              <a:spcBef>
                <a:spcPts val="0"/>
              </a:spcBef>
              <a:spcAft>
                <a:spcPts val="0"/>
              </a:spcAft>
              <a:buClr>
                <a:schemeClr val="dk1"/>
              </a:buClr>
              <a:buSzPts val="1200"/>
              <a:buFont typeface="PT Sans" panose="020B0503020203020204"/>
              <a:buNone/>
              <a:defRPr>
                <a:solidFill>
                  <a:schemeClr val="dk1"/>
                </a:solidFill>
                <a:latin typeface="PT Sans" panose="020B0503020203020204"/>
                <a:ea typeface="PT Sans" panose="020B0503020203020204"/>
                <a:cs typeface="PT Sans" panose="020B0503020203020204"/>
                <a:sym typeface="PT Sans" panose="020B0503020203020204"/>
              </a:defRPr>
            </a:lvl4pPr>
            <a:lvl5pPr lvl="4" algn="ctr" rtl="0">
              <a:lnSpc>
                <a:spcPct val="100000"/>
              </a:lnSpc>
              <a:spcBef>
                <a:spcPts val="0"/>
              </a:spcBef>
              <a:spcAft>
                <a:spcPts val="0"/>
              </a:spcAft>
              <a:buClr>
                <a:schemeClr val="dk1"/>
              </a:buClr>
              <a:buSzPts val="1200"/>
              <a:buFont typeface="PT Sans" panose="020B0503020203020204"/>
              <a:buNone/>
              <a:defRPr>
                <a:solidFill>
                  <a:schemeClr val="dk1"/>
                </a:solidFill>
                <a:latin typeface="PT Sans" panose="020B0503020203020204"/>
                <a:ea typeface="PT Sans" panose="020B0503020203020204"/>
                <a:cs typeface="PT Sans" panose="020B0503020203020204"/>
                <a:sym typeface="PT Sans" panose="020B0503020203020204"/>
              </a:defRPr>
            </a:lvl5pPr>
            <a:lvl6pPr lvl="5" algn="ctr" rtl="0">
              <a:lnSpc>
                <a:spcPct val="100000"/>
              </a:lnSpc>
              <a:spcBef>
                <a:spcPts val="0"/>
              </a:spcBef>
              <a:spcAft>
                <a:spcPts val="0"/>
              </a:spcAft>
              <a:buClr>
                <a:schemeClr val="dk1"/>
              </a:buClr>
              <a:buSzPts val="1200"/>
              <a:buFont typeface="PT Sans" panose="020B0503020203020204"/>
              <a:buNone/>
              <a:defRPr>
                <a:solidFill>
                  <a:schemeClr val="dk1"/>
                </a:solidFill>
                <a:latin typeface="PT Sans" panose="020B0503020203020204"/>
                <a:ea typeface="PT Sans" panose="020B0503020203020204"/>
                <a:cs typeface="PT Sans" panose="020B0503020203020204"/>
                <a:sym typeface="PT Sans" panose="020B0503020203020204"/>
              </a:defRPr>
            </a:lvl6pPr>
            <a:lvl7pPr lvl="6" algn="ctr" rtl="0">
              <a:lnSpc>
                <a:spcPct val="100000"/>
              </a:lnSpc>
              <a:spcBef>
                <a:spcPts val="0"/>
              </a:spcBef>
              <a:spcAft>
                <a:spcPts val="0"/>
              </a:spcAft>
              <a:buClr>
                <a:schemeClr val="dk1"/>
              </a:buClr>
              <a:buSzPts val="1200"/>
              <a:buFont typeface="PT Sans" panose="020B0503020203020204"/>
              <a:buNone/>
              <a:defRPr>
                <a:solidFill>
                  <a:schemeClr val="dk1"/>
                </a:solidFill>
                <a:latin typeface="PT Sans" panose="020B0503020203020204"/>
                <a:ea typeface="PT Sans" panose="020B0503020203020204"/>
                <a:cs typeface="PT Sans" panose="020B0503020203020204"/>
                <a:sym typeface="PT Sans" panose="020B0503020203020204"/>
              </a:defRPr>
            </a:lvl7pPr>
            <a:lvl8pPr lvl="7" algn="ctr" rtl="0">
              <a:lnSpc>
                <a:spcPct val="100000"/>
              </a:lnSpc>
              <a:spcBef>
                <a:spcPts val="0"/>
              </a:spcBef>
              <a:spcAft>
                <a:spcPts val="0"/>
              </a:spcAft>
              <a:buClr>
                <a:schemeClr val="dk1"/>
              </a:buClr>
              <a:buSzPts val="1200"/>
              <a:buFont typeface="PT Sans" panose="020B0503020203020204"/>
              <a:buNone/>
              <a:defRPr>
                <a:solidFill>
                  <a:schemeClr val="dk1"/>
                </a:solidFill>
                <a:latin typeface="PT Sans" panose="020B0503020203020204"/>
                <a:ea typeface="PT Sans" panose="020B0503020203020204"/>
                <a:cs typeface="PT Sans" panose="020B0503020203020204"/>
                <a:sym typeface="PT Sans" panose="020B0503020203020204"/>
              </a:defRPr>
            </a:lvl8pPr>
            <a:lvl9pPr lvl="8" algn="ctr" rtl="0">
              <a:lnSpc>
                <a:spcPct val="100000"/>
              </a:lnSpc>
              <a:spcBef>
                <a:spcPts val="0"/>
              </a:spcBef>
              <a:spcAft>
                <a:spcPts val="0"/>
              </a:spcAft>
              <a:buClr>
                <a:schemeClr val="dk1"/>
              </a:buClr>
              <a:buSzPts val="1200"/>
              <a:buFont typeface="PT Sans" panose="020B0503020203020204"/>
              <a:buNone/>
              <a:defRPr>
                <a:solidFill>
                  <a:schemeClr val="dk1"/>
                </a:solidFill>
                <a:latin typeface="PT Sans" panose="020B0503020203020204"/>
                <a:ea typeface="PT Sans" panose="020B0503020203020204"/>
                <a:cs typeface="PT Sans" panose="020B0503020203020204"/>
                <a:sym typeface="PT Sans" panose="020B0503020203020204"/>
              </a:defRPr>
            </a:lvl9pPr>
          </a:lstStyle>
          <a:p>
            <a:endParaRPr/>
          </a:p>
        </p:txBody>
      </p:sp>
      <p:sp>
        <p:nvSpPr>
          <p:cNvPr id="213" name="Google Shape;213;p22"/>
          <p:cNvSpPr txBox="1">
            <a:spLocks noGrp="1"/>
          </p:cNvSpPr>
          <p:nvPr>
            <p:ph type="title" idx="4" hasCustomPrompt="1"/>
          </p:nvPr>
        </p:nvSpPr>
        <p:spPr>
          <a:xfrm>
            <a:off x="1200575" y="3555582"/>
            <a:ext cx="2739300" cy="667500"/>
          </a:xfrm>
          <a:prstGeom prst="rect">
            <a:avLst/>
          </a:prstGeom>
          <a:solidFill>
            <a:schemeClr val="dk2"/>
          </a:solidFill>
        </p:spPr>
        <p:txBody>
          <a:bodyPr spcFirstLastPara="1" wrap="square" lIns="91425" tIns="91425" rIns="91425" bIns="91425" anchor="ctr" anchorCtr="0">
            <a:noAutofit/>
          </a:bodyPr>
          <a:lstStyle>
            <a:lvl1pPr lvl="0" rtl="0">
              <a:spcBef>
                <a:spcPts val="0"/>
              </a:spcBef>
              <a:spcAft>
                <a:spcPts val="0"/>
              </a:spcAft>
              <a:buClr>
                <a:schemeClr val="lt1"/>
              </a:buClr>
              <a:buSzPts val="6000"/>
              <a:buNone/>
              <a:defRPr sz="41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214" name="Google Shape;214;p22"/>
          <p:cNvSpPr txBox="1">
            <a:spLocks noGrp="1"/>
          </p:cNvSpPr>
          <p:nvPr>
            <p:ph type="subTitle" idx="5"/>
          </p:nvPr>
        </p:nvSpPr>
        <p:spPr>
          <a:xfrm>
            <a:off x="1200575" y="4238300"/>
            <a:ext cx="2739300" cy="3657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200"/>
              <a:buFont typeface="PT Sans" panose="020B0503020203020204"/>
              <a:buNone/>
              <a:defRPr sz="1600">
                <a:solidFill>
                  <a:schemeClr val="dk1"/>
                </a:solidFill>
              </a:defRPr>
            </a:lvl1pPr>
            <a:lvl2pPr lvl="1" algn="ctr" rtl="0">
              <a:lnSpc>
                <a:spcPct val="100000"/>
              </a:lnSpc>
              <a:spcBef>
                <a:spcPts val="0"/>
              </a:spcBef>
              <a:spcAft>
                <a:spcPts val="0"/>
              </a:spcAft>
              <a:buClr>
                <a:schemeClr val="dk1"/>
              </a:buClr>
              <a:buSzPts val="1200"/>
              <a:buNone/>
              <a:defRPr>
                <a:solidFill>
                  <a:schemeClr val="dk1"/>
                </a:solidFill>
              </a:defRPr>
            </a:lvl2pPr>
            <a:lvl3pPr lvl="2" algn="ctr" rtl="0">
              <a:lnSpc>
                <a:spcPct val="100000"/>
              </a:lnSpc>
              <a:spcBef>
                <a:spcPts val="0"/>
              </a:spcBef>
              <a:spcAft>
                <a:spcPts val="0"/>
              </a:spcAft>
              <a:buClr>
                <a:schemeClr val="dk1"/>
              </a:buClr>
              <a:buSzPts val="1200"/>
              <a:buNone/>
              <a:defRPr>
                <a:solidFill>
                  <a:schemeClr val="dk1"/>
                </a:solidFill>
              </a:defRPr>
            </a:lvl3pPr>
            <a:lvl4pPr lvl="3" algn="ctr" rtl="0">
              <a:lnSpc>
                <a:spcPct val="100000"/>
              </a:lnSpc>
              <a:spcBef>
                <a:spcPts val="0"/>
              </a:spcBef>
              <a:spcAft>
                <a:spcPts val="0"/>
              </a:spcAft>
              <a:buClr>
                <a:schemeClr val="dk1"/>
              </a:buClr>
              <a:buSzPts val="1200"/>
              <a:buFont typeface="PT Sans" panose="020B0503020203020204"/>
              <a:buNone/>
              <a:defRPr>
                <a:solidFill>
                  <a:schemeClr val="dk1"/>
                </a:solidFill>
                <a:latin typeface="PT Sans" panose="020B0503020203020204"/>
                <a:ea typeface="PT Sans" panose="020B0503020203020204"/>
                <a:cs typeface="PT Sans" panose="020B0503020203020204"/>
                <a:sym typeface="PT Sans" panose="020B0503020203020204"/>
              </a:defRPr>
            </a:lvl4pPr>
            <a:lvl5pPr lvl="4" algn="ctr" rtl="0">
              <a:lnSpc>
                <a:spcPct val="100000"/>
              </a:lnSpc>
              <a:spcBef>
                <a:spcPts val="0"/>
              </a:spcBef>
              <a:spcAft>
                <a:spcPts val="0"/>
              </a:spcAft>
              <a:buClr>
                <a:schemeClr val="dk1"/>
              </a:buClr>
              <a:buSzPts val="1200"/>
              <a:buFont typeface="PT Sans" panose="020B0503020203020204"/>
              <a:buNone/>
              <a:defRPr>
                <a:solidFill>
                  <a:schemeClr val="dk1"/>
                </a:solidFill>
                <a:latin typeface="PT Sans" panose="020B0503020203020204"/>
                <a:ea typeface="PT Sans" panose="020B0503020203020204"/>
                <a:cs typeface="PT Sans" panose="020B0503020203020204"/>
                <a:sym typeface="PT Sans" panose="020B0503020203020204"/>
              </a:defRPr>
            </a:lvl5pPr>
            <a:lvl6pPr lvl="5" algn="ctr" rtl="0">
              <a:lnSpc>
                <a:spcPct val="100000"/>
              </a:lnSpc>
              <a:spcBef>
                <a:spcPts val="0"/>
              </a:spcBef>
              <a:spcAft>
                <a:spcPts val="0"/>
              </a:spcAft>
              <a:buClr>
                <a:schemeClr val="dk1"/>
              </a:buClr>
              <a:buSzPts val="1200"/>
              <a:buFont typeface="PT Sans" panose="020B0503020203020204"/>
              <a:buNone/>
              <a:defRPr>
                <a:solidFill>
                  <a:schemeClr val="dk1"/>
                </a:solidFill>
                <a:latin typeface="PT Sans" panose="020B0503020203020204"/>
                <a:ea typeface="PT Sans" panose="020B0503020203020204"/>
                <a:cs typeface="PT Sans" panose="020B0503020203020204"/>
                <a:sym typeface="PT Sans" panose="020B0503020203020204"/>
              </a:defRPr>
            </a:lvl6pPr>
            <a:lvl7pPr lvl="6" algn="ctr" rtl="0">
              <a:lnSpc>
                <a:spcPct val="100000"/>
              </a:lnSpc>
              <a:spcBef>
                <a:spcPts val="0"/>
              </a:spcBef>
              <a:spcAft>
                <a:spcPts val="0"/>
              </a:spcAft>
              <a:buClr>
                <a:schemeClr val="dk1"/>
              </a:buClr>
              <a:buSzPts val="1200"/>
              <a:buFont typeface="PT Sans" panose="020B0503020203020204"/>
              <a:buNone/>
              <a:defRPr>
                <a:solidFill>
                  <a:schemeClr val="dk1"/>
                </a:solidFill>
                <a:latin typeface="PT Sans" panose="020B0503020203020204"/>
                <a:ea typeface="PT Sans" panose="020B0503020203020204"/>
                <a:cs typeface="PT Sans" panose="020B0503020203020204"/>
                <a:sym typeface="PT Sans" panose="020B0503020203020204"/>
              </a:defRPr>
            </a:lvl7pPr>
            <a:lvl8pPr lvl="7" algn="ctr" rtl="0">
              <a:lnSpc>
                <a:spcPct val="100000"/>
              </a:lnSpc>
              <a:spcBef>
                <a:spcPts val="0"/>
              </a:spcBef>
              <a:spcAft>
                <a:spcPts val="0"/>
              </a:spcAft>
              <a:buClr>
                <a:schemeClr val="dk1"/>
              </a:buClr>
              <a:buSzPts val="1200"/>
              <a:buFont typeface="PT Sans" panose="020B0503020203020204"/>
              <a:buNone/>
              <a:defRPr>
                <a:solidFill>
                  <a:schemeClr val="dk1"/>
                </a:solidFill>
                <a:latin typeface="PT Sans" panose="020B0503020203020204"/>
                <a:ea typeface="PT Sans" panose="020B0503020203020204"/>
                <a:cs typeface="PT Sans" panose="020B0503020203020204"/>
                <a:sym typeface="PT Sans" panose="020B0503020203020204"/>
              </a:defRPr>
            </a:lvl8pPr>
            <a:lvl9pPr lvl="8" algn="ctr" rtl="0">
              <a:lnSpc>
                <a:spcPct val="100000"/>
              </a:lnSpc>
              <a:spcBef>
                <a:spcPts val="0"/>
              </a:spcBef>
              <a:spcAft>
                <a:spcPts val="0"/>
              </a:spcAft>
              <a:buClr>
                <a:schemeClr val="dk1"/>
              </a:buClr>
              <a:buSzPts val="1200"/>
              <a:buFont typeface="PT Sans" panose="020B0503020203020204"/>
              <a:buNone/>
              <a:defRPr>
                <a:solidFill>
                  <a:schemeClr val="dk1"/>
                </a:solidFill>
                <a:latin typeface="PT Sans" panose="020B0503020203020204"/>
                <a:ea typeface="PT Sans" panose="020B0503020203020204"/>
                <a:cs typeface="PT Sans" panose="020B0503020203020204"/>
                <a:sym typeface="PT Sans" panose="020B0503020203020204"/>
              </a:defRPr>
            </a:lvl9pPr>
          </a:lstStyle>
          <a:p>
            <a:endParaRPr/>
          </a:p>
        </p:txBody>
      </p:sp>
      <p:pic>
        <p:nvPicPr>
          <p:cNvPr id="215" name="Google Shape;215;p22"/>
          <p:cNvPicPr preferRelativeResize="0"/>
          <p:nvPr/>
        </p:nvPicPr>
        <p:blipFill>
          <a:blip r:embed="rId2"/>
          <a:stretch>
            <a:fillRect/>
          </a:stretch>
        </p:blipFill>
        <p:spPr>
          <a:xfrm rot="10800000" flipH="1">
            <a:off x="0" y="0"/>
            <a:ext cx="4727801" cy="2256875"/>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hanks">
  <p:cSld name="CUSTOM_3_1">
    <p:spTree>
      <p:nvGrpSpPr>
        <p:cNvPr id="1" name="Shape 216"/>
        <p:cNvGrpSpPr/>
        <p:nvPr/>
      </p:nvGrpSpPr>
      <p:grpSpPr>
        <a:xfrm>
          <a:off x="0" y="0"/>
          <a:ext cx="0" cy="0"/>
          <a:chOff x="0" y="0"/>
          <a:chExt cx="0" cy="0"/>
        </a:xfrm>
      </p:grpSpPr>
      <p:sp>
        <p:nvSpPr>
          <p:cNvPr id="217" name="Google Shape;217;p23"/>
          <p:cNvSpPr txBox="1">
            <a:spLocks noGrp="1"/>
          </p:cNvSpPr>
          <p:nvPr>
            <p:ph type="title"/>
          </p:nvPr>
        </p:nvSpPr>
        <p:spPr>
          <a:xfrm>
            <a:off x="713225" y="747263"/>
            <a:ext cx="3281700" cy="9537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sz="6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18" name="Google Shape;218;p23"/>
          <p:cNvSpPr txBox="1">
            <a:spLocks noGrp="1"/>
          </p:cNvSpPr>
          <p:nvPr>
            <p:ph type="subTitle" idx="1"/>
          </p:nvPr>
        </p:nvSpPr>
        <p:spPr>
          <a:xfrm>
            <a:off x="713225" y="1584449"/>
            <a:ext cx="3281700" cy="8958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pic>
        <p:nvPicPr>
          <p:cNvPr id="219" name="Google Shape;219;p23"/>
          <p:cNvPicPr preferRelativeResize="0"/>
          <p:nvPr/>
        </p:nvPicPr>
        <p:blipFill>
          <a:blip r:embed="rId2"/>
          <a:stretch>
            <a:fillRect/>
          </a:stretch>
        </p:blipFill>
        <p:spPr>
          <a:xfrm rot="10800000" flipH="1">
            <a:off x="0" y="0"/>
            <a:ext cx="4727801" cy="2256875"/>
          </a:xfrm>
          <a:prstGeom prst="rect">
            <a:avLst/>
          </a:prstGeom>
          <a:noFill/>
          <a:ln>
            <a:noFill/>
          </a:ln>
        </p:spPr>
      </p:pic>
      <p:sp>
        <p:nvSpPr>
          <p:cNvPr id="220" name="Google Shape;220;p23"/>
          <p:cNvSpPr txBox="1"/>
          <p:nvPr/>
        </p:nvSpPr>
        <p:spPr>
          <a:xfrm>
            <a:off x="713225" y="3410538"/>
            <a:ext cx="3278700" cy="725400"/>
          </a:xfrm>
          <a:prstGeom prst="rect">
            <a:avLst/>
          </a:prstGeom>
          <a:noFill/>
          <a:ln>
            <a:noFill/>
          </a:ln>
        </p:spPr>
        <p:txBody>
          <a:bodyPr spcFirstLastPara="1" wrap="square" lIns="91425" tIns="91425" rIns="91425" bIns="91425" anchor="t" anchorCtr="0">
            <a:noAutofit/>
          </a:bodyPr>
          <a:lstStyle/>
          <a:p>
            <a:pPr marL="0" lvl="0" indent="0" algn="l" rtl="0">
              <a:spcBef>
                <a:spcPts val="300"/>
              </a:spcBef>
              <a:spcAft>
                <a:spcPts val="0"/>
              </a:spcAft>
              <a:buNone/>
            </a:pPr>
            <a:r>
              <a:rPr lang="en-GB" sz="1000" b="1">
                <a:solidFill>
                  <a:schemeClr val="dk1"/>
                </a:solidFill>
                <a:latin typeface="Cairo"/>
                <a:ea typeface="Cairo"/>
                <a:cs typeface="Cairo"/>
                <a:sym typeface="Cairo"/>
              </a:rPr>
              <a:t>CREDITS:</a:t>
            </a:r>
            <a:r>
              <a:rPr lang="en-GB" sz="1000">
                <a:solidFill>
                  <a:schemeClr val="dk1"/>
                </a:solidFill>
                <a:latin typeface="Cairo"/>
                <a:ea typeface="Cairo"/>
                <a:cs typeface="Cairo"/>
                <a:sym typeface="Cairo"/>
              </a:rPr>
              <a:t> This presentation template was created by </a:t>
            </a:r>
            <a:r>
              <a:rPr lang="en-GB" sz="1000" b="1" u="sng">
                <a:solidFill>
                  <a:schemeClr val="dk1"/>
                </a:solidFill>
                <a:latin typeface="Cairo"/>
                <a:ea typeface="Cairo"/>
                <a:cs typeface="Cairo"/>
                <a:sym typeface="Cairo"/>
                <a:hlinkClick r:id="rId3"/>
              </a:rPr>
              <a:t>Slidesgo</a:t>
            </a:r>
            <a:r>
              <a:rPr lang="en-GB" sz="1000">
                <a:solidFill>
                  <a:schemeClr val="dk1"/>
                </a:solidFill>
                <a:latin typeface="Cairo"/>
                <a:ea typeface="Cairo"/>
                <a:cs typeface="Cairo"/>
                <a:sym typeface="Cairo"/>
              </a:rPr>
              <a:t>, and includes icons by </a:t>
            </a:r>
            <a:r>
              <a:rPr lang="en-GB" sz="1000" b="1" u="sng">
                <a:solidFill>
                  <a:schemeClr val="dk1"/>
                </a:solidFill>
                <a:latin typeface="Cairo"/>
                <a:ea typeface="Cairo"/>
                <a:cs typeface="Cairo"/>
                <a:sym typeface="Cairo"/>
                <a:hlinkClick r:id="rId4"/>
              </a:rPr>
              <a:t>Flaticon</a:t>
            </a:r>
            <a:r>
              <a:rPr lang="en-GB" sz="1000">
                <a:solidFill>
                  <a:schemeClr val="dk1"/>
                </a:solidFill>
                <a:latin typeface="Cairo"/>
                <a:ea typeface="Cairo"/>
                <a:cs typeface="Cairo"/>
                <a:sym typeface="Cairo"/>
              </a:rPr>
              <a:t>, and infographics &amp; images by </a:t>
            </a:r>
            <a:r>
              <a:rPr lang="en-GB" sz="1000" b="1" u="sng">
                <a:solidFill>
                  <a:schemeClr val="dk1"/>
                </a:solidFill>
                <a:latin typeface="Cairo"/>
                <a:ea typeface="Cairo"/>
                <a:cs typeface="Cairo"/>
                <a:sym typeface="Cairo"/>
                <a:hlinkClick r:id="rId5"/>
              </a:rPr>
              <a:t>Freepik</a:t>
            </a:r>
            <a:r>
              <a:rPr lang="en-GB" sz="1000" b="1" u="sng">
                <a:solidFill>
                  <a:schemeClr val="dk1"/>
                </a:solidFill>
                <a:latin typeface="Cairo"/>
                <a:ea typeface="Cairo"/>
                <a:cs typeface="Cairo"/>
                <a:sym typeface="Cairo"/>
              </a:rPr>
              <a:t> </a:t>
            </a:r>
            <a:endParaRPr sz="1000" b="1" u="sng">
              <a:solidFill>
                <a:schemeClr val="dk1"/>
              </a:solidFill>
              <a:latin typeface="Cairo"/>
              <a:ea typeface="Cairo"/>
              <a:cs typeface="Cairo"/>
              <a:sym typeface="Cairo"/>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221"/>
        <p:cNvGrpSpPr/>
        <p:nvPr/>
      </p:nvGrpSpPr>
      <p:grpSpPr>
        <a:xfrm>
          <a:off x="0" y="0"/>
          <a:ext cx="0" cy="0"/>
          <a:chOff x="0" y="0"/>
          <a:chExt cx="0" cy="0"/>
        </a:xfrm>
      </p:grpSpPr>
      <p:grpSp>
        <p:nvGrpSpPr>
          <p:cNvPr id="222" name="Google Shape;222;p24"/>
          <p:cNvGrpSpPr/>
          <p:nvPr/>
        </p:nvGrpSpPr>
        <p:grpSpPr>
          <a:xfrm>
            <a:off x="0" y="0"/>
            <a:ext cx="9144001" cy="5143500"/>
            <a:chOff x="0" y="0"/>
            <a:chExt cx="9144001" cy="5143500"/>
          </a:xfrm>
        </p:grpSpPr>
        <p:pic>
          <p:nvPicPr>
            <p:cNvPr id="223" name="Google Shape;223;p24"/>
            <p:cNvPicPr preferRelativeResize="0"/>
            <p:nvPr/>
          </p:nvPicPr>
          <p:blipFill>
            <a:blip r:embed="rId2"/>
            <a:stretch>
              <a:fillRect/>
            </a:stretch>
          </p:blipFill>
          <p:spPr>
            <a:xfrm rot="10800000" flipH="1">
              <a:off x="0" y="0"/>
              <a:ext cx="4727801" cy="2256875"/>
            </a:xfrm>
            <a:prstGeom prst="rect">
              <a:avLst/>
            </a:prstGeom>
            <a:noFill/>
            <a:ln>
              <a:noFill/>
            </a:ln>
          </p:spPr>
        </p:pic>
        <p:pic>
          <p:nvPicPr>
            <p:cNvPr id="224" name="Google Shape;224;p24"/>
            <p:cNvPicPr preferRelativeResize="0"/>
            <p:nvPr/>
          </p:nvPicPr>
          <p:blipFill>
            <a:blip r:embed="rId3"/>
            <a:stretch>
              <a:fillRect/>
            </a:stretch>
          </p:blipFill>
          <p:spPr>
            <a:xfrm rot="10800000" flipH="1">
              <a:off x="5738810" y="0"/>
              <a:ext cx="3405191" cy="5143500"/>
            </a:xfrm>
            <a:prstGeom prst="rect">
              <a:avLst/>
            </a:prstGeom>
            <a:noFill/>
            <a:ln>
              <a:noFill/>
            </a:ln>
          </p:spPr>
        </p:pic>
      </p:grpSp>
      <p:grpSp>
        <p:nvGrpSpPr>
          <p:cNvPr id="225" name="Google Shape;225;p24"/>
          <p:cNvGrpSpPr/>
          <p:nvPr/>
        </p:nvGrpSpPr>
        <p:grpSpPr>
          <a:xfrm rot="756538">
            <a:off x="-1069833" y="-1842572"/>
            <a:ext cx="4574157" cy="3479412"/>
            <a:chOff x="1522650" y="1117750"/>
            <a:chExt cx="4574075" cy="3479350"/>
          </a:xfrm>
        </p:grpSpPr>
        <p:sp>
          <p:nvSpPr>
            <p:cNvPr id="226" name="Google Shape;226;p24"/>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24"/>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228"/>
        <p:cNvGrpSpPr/>
        <p:nvPr/>
      </p:nvGrpSpPr>
      <p:grpSpPr>
        <a:xfrm>
          <a:off x="0" y="0"/>
          <a:ext cx="0" cy="0"/>
          <a:chOff x="0" y="0"/>
          <a:chExt cx="0" cy="0"/>
        </a:xfrm>
      </p:grpSpPr>
      <p:grpSp>
        <p:nvGrpSpPr>
          <p:cNvPr id="229" name="Google Shape;229;p25"/>
          <p:cNvGrpSpPr/>
          <p:nvPr/>
        </p:nvGrpSpPr>
        <p:grpSpPr>
          <a:xfrm>
            <a:off x="0" y="0"/>
            <a:ext cx="9144001" cy="5143500"/>
            <a:chOff x="0" y="0"/>
            <a:chExt cx="9144001" cy="5143500"/>
          </a:xfrm>
        </p:grpSpPr>
        <p:pic>
          <p:nvPicPr>
            <p:cNvPr id="230" name="Google Shape;230;p25"/>
            <p:cNvPicPr preferRelativeResize="0"/>
            <p:nvPr/>
          </p:nvPicPr>
          <p:blipFill>
            <a:blip r:embed="rId2"/>
            <a:stretch>
              <a:fillRect/>
            </a:stretch>
          </p:blipFill>
          <p:spPr>
            <a:xfrm rot="10800000" flipH="1">
              <a:off x="0" y="2052950"/>
              <a:ext cx="4220500" cy="3090550"/>
            </a:xfrm>
            <a:prstGeom prst="rect">
              <a:avLst/>
            </a:prstGeom>
            <a:noFill/>
            <a:ln>
              <a:noFill/>
            </a:ln>
          </p:spPr>
        </p:pic>
        <p:pic>
          <p:nvPicPr>
            <p:cNvPr id="231" name="Google Shape;231;p25"/>
            <p:cNvPicPr preferRelativeResize="0"/>
            <p:nvPr/>
          </p:nvPicPr>
          <p:blipFill>
            <a:blip r:embed="rId3"/>
            <a:stretch>
              <a:fillRect/>
            </a:stretch>
          </p:blipFill>
          <p:spPr>
            <a:xfrm rot="10800000" flipH="1">
              <a:off x="6764924" y="0"/>
              <a:ext cx="2379077" cy="3237334"/>
            </a:xfrm>
            <a:prstGeom prst="rect">
              <a:avLst/>
            </a:prstGeom>
            <a:noFill/>
            <a:ln>
              <a:noFill/>
            </a:ln>
          </p:spPr>
        </p:pic>
      </p:grpSp>
      <p:grpSp>
        <p:nvGrpSpPr>
          <p:cNvPr id="232" name="Google Shape;232;p25"/>
          <p:cNvGrpSpPr/>
          <p:nvPr/>
        </p:nvGrpSpPr>
        <p:grpSpPr>
          <a:xfrm>
            <a:off x="-1845124" y="-2180828"/>
            <a:ext cx="12652562" cy="9877041"/>
            <a:chOff x="-1845124" y="-2180828"/>
            <a:chExt cx="12652562" cy="9877041"/>
          </a:xfrm>
        </p:grpSpPr>
        <p:grpSp>
          <p:nvGrpSpPr>
            <p:cNvPr id="233" name="Google Shape;233;p25"/>
            <p:cNvGrpSpPr/>
            <p:nvPr/>
          </p:nvGrpSpPr>
          <p:grpSpPr>
            <a:xfrm>
              <a:off x="-1845124" y="-2180828"/>
              <a:ext cx="4574075" cy="3479350"/>
              <a:chOff x="1522650" y="1117750"/>
              <a:chExt cx="4574075" cy="3479350"/>
            </a:xfrm>
          </p:grpSpPr>
          <p:sp>
            <p:nvSpPr>
              <p:cNvPr id="234" name="Google Shape;234;p25"/>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25"/>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6" name="Google Shape;236;p25"/>
            <p:cNvGrpSpPr/>
            <p:nvPr/>
          </p:nvGrpSpPr>
          <p:grpSpPr>
            <a:xfrm rot="-10539848" flipH="1">
              <a:off x="6108563" y="4049075"/>
              <a:ext cx="4573901" cy="3479217"/>
              <a:chOff x="1522650" y="1117750"/>
              <a:chExt cx="4574075" cy="3479350"/>
            </a:xfrm>
          </p:grpSpPr>
          <p:sp>
            <p:nvSpPr>
              <p:cNvPr id="237" name="Google Shape;237;p25"/>
              <p:cNvSpPr/>
              <p:nvPr/>
            </p:nvSpPr>
            <p:spPr>
              <a:xfrm>
                <a:off x="2305900" y="1117750"/>
                <a:ext cx="3790825" cy="3217100"/>
              </a:xfrm>
              <a:custGeom>
                <a:avLst/>
                <a:gdLst/>
                <a:ahLst/>
                <a:cxnLst/>
                <a:rect l="l" t="t" r="r" b="b"/>
                <a:pathLst>
                  <a:path w="151633" h="128684" extrusionOk="0">
                    <a:moveTo>
                      <a:pt x="59573" y="1190"/>
                    </a:moveTo>
                    <a:lnTo>
                      <a:pt x="87345" y="18391"/>
                    </a:lnTo>
                    <a:cubicBezTo>
                      <a:pt x="87254" y="18737"/>
                      <a:pt x="87376" y="19117"/>
                      <a:pt x="87682" y="19337"/>
                    </a:cubicBezTo>
                    <a:cubicBezTo>
                      <a:pt x="87712" y="19358"/>
                      <a:pt x="87742" y="19374"/>
                      <a:pt x="87773" y="19391"/>
                    </a:cubicBezTo>
                    <a:lnTo>
                      <a:pt x="73089" y="35287"/>
                    </a:lnTo>
                    <a:cubicBezTo>
                      <a:pt x="73041" y="35228"/>
                      <a:pt x="72987" y="35173"/>
                      <a:pt x="72923" y="35127"/>
                    </a:cubicBezTo>
                    <a:cubicBezTo>
                      <a:pt x="72772" y="35017"/>
                      <a:pt x="72594" y="34961"/>
                      <a:pt x="72410" y="34961"/>
                    </a:cubicBezTo>
                    <a:cubicBezTo>
                      <a:pt x="72364" y="34961"/>
                      <a:pt x="72317" y="34964"/>
                      <a:pt x="72269" y="34972"/>
                    </a:cubicBezTo>
                    <a:lnTo>
                      <a:pt x="59361" y="1513"/>
                    </a:lnTo>
                    <a:cubicBezTo>
                      <a:pt x="59397" y="1478"/>
                      <a:pt x="59435" y="1443"/>
                      <a:pt x="59466" y="1400"/>
                    </a:cubicBezTo>
                    <a:cubicBezTo>
                      <a:pt x="59513" y="1335"/>
                      <a:pt x="59546" y="1262"/>
                      <a:pt x="59573" y="1190"/>
                    </a:cubicBezTo>
                    <a:close/>
                    <a:moveTo>
                      <a:pt x="57905" y="1155"/>
                    </a:moveTo>
                    <a:cubicBezTo>
                      <a:pt x="57962" y="1330"/>
                      <a:pt x="58069" y="1490"/>
                      <a:pt x="58229" y="1604"/>
                    </a:cubicBezTo>
                    <a:cubicBezTo>
                      <a:pt x="58385" y="1716"/>
                      <a:pt x="58564" y="1770"/>
                      <a:pt x="58744" y="1770"/>
                    </a:cubicBezTo>
                    <a:cubicBezTo>
                      <a:pt x="58890" y="1770"/>
                      <a:pt x="59035" y="1731"/>
                      <a:pt x="59165" y="1661"/>
                    </a:cubicBezTo>
                    <a:lnTo>
                      <a:pt x="72044" y="35042"/>
                    </a:lnTo>
                    <a:cubicBezTo>
                      <a:pt x="71907" y="35103"/>
                      <a:pt x="71787" y="35197"/>
                      <a:pt x="71696" y="35320"/>
                    </a:cubicBezTo>
                    <a:lnTo>
                      <a:pt x="34939" y="10633"/>
                    </a:lnTo>
                    <a:cubicBezTo>
                      <a:pt x="34967" y="10533"/>
                      <a:pt x="34978" y="10431"/>
                      <a:pt x="34971" y="10330"/>
                    </a:cubicBezTo>
                    <a:lnTo>
                      <a:pt x="57905" y="1155"/>
                    </a:lnTo>
                    <a:close/>
                    <a:moveTo>
                      <a:pt x="34896" y="10886"/>
                    </a:moveTo>
                    <a:lnTo>
                      <a:pt x="71585" y="35528"/>
                    </a:lnTo>
                    <a:cubicBezTo>
                      <a:pt x="71451" y="35873"/>
                      <a:pt x="71547" y="36273"/>
                      <a:pt x="71839" y="36520"/>
                    </a:cubicBezTo>
                    <a:lnTo>
                      <a:pt x="61150" y="46075"/>
                    </a:lnTo>
                    <a:cubicBezTo>
                      <a:pt x="61131" y="46059"/>
                      <a:pt x="61114" y="46040"/>
                      <a:pt x="61092" y="46024"/>
                    </a:cubicBezTo>
                    <a:cubicBezTo>
                      <a:pt x="60938" y="45913"/>
                      <a:pt x="60760" y="45860"/>
                      <a:pt x="60583" y="45860"/>
                    </a:cubicBezTo>
                    <a:cubicBezTo>
                      <a:pt x="60438" y="45860"/>
                      <a:pt x="60294" y="45896"/>
                      <a:pt x="60165" y="45964"/>
                    </a:cubicBezTo>
                    <a:lnTo>
                      <a:pt x="34896" y="10886"/>
                    </a:lnTo>
                    <a:close/>
                    <a:moveTo>
                      <a:pt x="88012" y="19481"/>
                    </a:moveTo>
                    <a:cubicBezTo>
                      <a:pt x="88073" y="19495"/>
                      <a:pt x="88135" y="19503"/>
                      <a:pt x="88199" y="19503"/>
                    </a:cubicBezTo>
                    <a:cubicBezTo>
                      <a:pt x="88236" y="19503"/>
                      <a:pt x="88270" y="19496"/>
                      <a:pt x="88308" y="19491"/>
                    </a:cubicBezTo>
                    <a:lnTo>
                      <a:pt x="90601" y="57808"/>
                    </a:lnTo>
                    <a:cubicBezTo>
                      <a:pt x="90477" y="57828"/>
                      <a:pt x="90359" y="57878"/>
                      <a:pt x="90253" y="57948"/>
                    </a:cubicBezTo>
                    <a:lnTo>
                      <a:pt x="73040" y="36456"/>
                    </a:lnTo>
                    <a:cubicBezTo>
                      <a:pt x="73069" y="36426"/>
                      <a:pt x="73102" y="36397"/>
                      <a:pt x="73126" y="36363"/>
                    </a:cubicBezTo>
                    <a:cubicBezTo>
                      <a:pt x="73264" y="36171"/>
                      <a:pt x="73319" y="35936"/>
                      <a:pt x="73280" y="35702"/>
                    </a:cubicBezTo>
                    <a:cubicBezTo>
                      <a:pt x="73268" y="35629"/>
                      <a:pt x="73244" y="35561"/>
                      <a:pt x="73216" y="35494"/>
                    </a:cubicBezTo>
                    <a:lnTo>
                      <a:pt x="88012" y="19481"/>
                    </a:lnTo>
                    <a:close/>
                    <a:moveTo>
                      <a:pt x="88769" y="19295"/>
                    </a:moveTo>
                    <a:lnTo>
                      <a:pt x="121569" y="41232"/>
                    </a:lnTo>
                    <a:cubicBezTo>
                      <a:pt x="121516" y="41429"/>
                      <a:pt x="121532" y="41636"/>
                      <a:pt x="121612" y="41820"/>
                    </a:cubicBezTo>
                    <a:lnTo>
                      <a:pt x="91516" y="58252"/>
                    </a:lnTo>
                    <a:cubicBezTo>
                      <a:pt x="91455" y="58141"/>
                      <a:pt x="91371" y="58040"/>
                      <a:pt x="91261" y="57962"/>
                    </a:cubicBezTo>
                    <a:cubicBezTo>
                      <a:pt x="91131" y="57868"/>
                      <a:pt x="90984" y="57820"/>
                      <a:pt x="90835" y="57804"/>
                    </a:cubicBezTo>
                    <a:lnTo>
                      <a:pt x="88539" y="19431"/>
                    </a:lnTo>
                    <a:cubicBezTo>
                      <a:pt x="88621" y="19396"/>
                      <a:pt x="88699" y="19354"/>
                      <a:pt x="88769" y="19295"/>
                    </a:cubicBezTo>
                    <a:close/>
                    <a:moveTo>
                      <a:pt x="72858" y="36603"/>
                    </a:moveTo>
                    <a:lnTo>
                      <a:pt x="90079" y="58104"/>
                    </a:lnTo>
                    <a:cubicBezTo>
                      <a:pt x="90062" y="58125"/>
                      <a:pt x="90041" y="58144"/>
                      <a:pt x="90025" y="58165"/>
                    </a:cubicBezTo>
                    <a:cubicBezTo>
                      <a:pt x="89989" y="58216"/>
                      <a:pt x="89960" y="58268"/>
                      <a:pt x="89936" y="58323"/>
                    </a:cubicBezTo>
                    <a:lnTo>
                      <a:pt x="61457" y="46818"/>
                    </a:lnTo>
                    <a:cubicBezTo>
                      <a:pt x="61473" y="46617"/>
                      <a:pt x="61422" y="46416"/>
                      <a:pt x="61307" y="46247"/>
                    </a:cubicBezTo>
                    <a:lnTo>
                      <a:pt x="72044" y="36651"/>
                    </a:lnTo>
                    <a:cubicBezTo>
                      <a:pt x="72160" y="36702"/>
                      <a:pt x="72283" y="36731"/>
                      <a:pt x="72406" y="36731"/>
                    </a:cubicBezTo>
                    <a:cubicBezTo>
                      <a:pt x="72565" y="36731"/>
                      <a:pt x="72719" y="36684"/>
                      <a:pt x="72858" y="36603"/>
                    </a:cubicBezTo>
                    <a:close/>
                    <a:moveTo>
                      <a:pt x="29406" y="22188"/>
                    </a:moveTo>
                    <a:lnTo>
                      <a:pt x="59857" y="46227"/>
                    </a:lnTo>
                    <a:cubicBezTo>
                      <a:pt x="59573" y="46625"/>
                      <a:pt x="59665" y="47178"/>
                      <a:pt x="60061" y="47462"/>
                    </a:cubicBezTo>
                    <a:cubicBezTo>
                      <a:pt x="60098" y="47488"/>
                      <a:pt x="60135" y="47509"/>
                      <a:pt x="60173" y="47529"/>
                    </a:cubicBezTo>
                    <a:lnTo>
                      <a:pt x="58655" y="58545"/>
                    </a:lnTo>
                    <a:cubicBezTo>
                      <a:pt x="58595" y="58532"/>
                      <a:pt x="58534" y="58525"/>
                      <a:pt x="58473" y="58525"/>
                    </a:cubicBezTo>
                    <a:cubicBezTo>
                      <a:pt x="58354" y="58525"/>
                      <a:pt x="58236" y="58550"/>
                      <a:pt x="58125" y="58596"/>
                    </a:cubicBezTo>
                    <a:lnTo>
                      <a:pt x="29406" y="22188"/>
                    </a:lnTo>
                    <a:close/>
                    <a:moveTo>
                      <a:pt x="16326" y="26247"/>
                    </a:moveTo>
                    <a:lnTo>
                      <a:pt x="57750" y="58893"/>
                    </a:lnTo>
                    <a:cubicBezTo>
                      <a:pt x="57750" y="58894"/>
                      <a:pt x="57749" y="58894"/>
                      <a:pt x="57748" y="58895"/>
                    </a:cubicBezTo>
                    <a:cubicBezTo>
                      <a:pt x="57632" y="59054"/>
                      <a:pt x="57582" y="59240"/>
                      <a:pt x="57584" y="59421"/>
                    </a:cubicBezTo>
                    <a:lnTo>
                      <a:pt x="33209" y="61477"/>
                    </a:lnTo>
                    <a:cubicBezTo>
                      <a:pt x="33171" y="61253"/>
                      <a:pt x="33049" y="61044"/>
                      <a:pt x="32851" y="60900"/>
                    </a:cubicBezTo>
                    <a:cubicBezTo>
                      <a:pt x="32696" y="60788"/>
                      <a:pt x="32515" y="60735"/>
                      <a:pt x="32336" y="60735"/>
                    </a:cubicBezTo>
                    <a:cubicBezTo>
                      <a:pt x="32231" y="60735"/>
                      <a:pt x="32126" y="60753"/>
                      <a:pt x="32028" y="60789"/>
                    </a:cubicBezTo>
                    <a:lnTo>
                      <a:pt x="16086" y="26436"/>
                    </a:lnTo>
                    <a:cubicBezTo>
                      <a:pt x="16176" y="26387"/>
                      <a:pt x="16257" y="26325"/>
                      <a:pt x="16326" y="26247"/>
                    </a:cubicBezTo>
                    <a:close/>
                    <a:moveTo>
                      <a:pt x="57622" y="59652"/>
                    </a:moveTo>
                    <a:cubicBezTo>
                      <a:pt x="57674" y="59839"/>
                      <a:pt x="57783" y="60008"/>
                      <a:pt x="57952" y="60129"/>
                    </a:cubicBezTo>
                    <a:cubicBezTo>
                      <a:pt x="58054" y="60201"/>
                      <a:pt x="58165" y="60247"/>
                      <a:pt x="58279" y="60272"/>
                    </a:cubicBezTo>
                    <a:lnTo>
                      <a:pt x="55785" y="68604"/>
                    </a:lnTo>
                    <a:cubicBezTo>
                      <a:pt x="55759" y="68602"/>
                      <a:pt x="55732" y="68601"/>
                      <a:pt x="55705" y="68601"/>
                    </a:cubicBezTo>
                    <a:cubicBezTo>
                      <a:pt x="55430" y="68601"/>
                      <a:pt x="55160" y="68726"/>
                      <a:pt x="54987" y="68966"/>
                    </a:cubicBezTo>
                    <a:cubicBezTo>
                      <a:pt x="54939" y="69034"/>
                      <a:pt x="54905" y="69108"/>
                      <a:pt x="54878" y="69182"/>
                    </a:cubicBezTo>
                    <a:lnTo>
                      <a:pt x="33192" y="61843"/>
                    </a:lnTo>
                    <a:cubicBezTo>
                      <a:pt x="33203" y="61799"/>
                      <a:pt x="33210" y="61755"/>
                      <a:pt x="33214" y="61709"/>
                    </a:cubicBezTo>
                    <a:lnTo>
                      <a:pt x="57622" y="59652"/>
                    </a:lnTo>
                    <a:close/>
                    <a:moveTo>
                      <a:pt x="61404" y="47049"/>
                    </a:moveTo>
                    <a:lnTo>
                      <a:pt x="89872" y="58550"/>
                    </a:lnTo>
                    <a:cubicBezTo>
                      <a:pt x="89825" y="58868"/>
                      <a:pt x="89949" y="59201"/>
                      <a:pt x="90228" y="59401"/>
                    </a:cubicBezTo>
                    <a:cubicBezTo>
                      <a:pt x="90327" y="59471"/>
                      <a:pt x="90435" y="59515"/>
                      <a:pt x="90546" y="59541"/>
                    </a:cubicBezTo>
                    <a:lnTo>
                      <a:pt x="88027" y="76730"/>
                    </a:lnTo>
                    <a:cubicBezTo>
                      <a:pt x="88011" y="76729"/>
                      <a:pt x="87994" y="76729"/>
                      <a:pt x="87977" y="76729"/>
                    </a:cubicBezTo>
                    <a:cubicBezTo>
                      <a:pt x="87931" y="76729"/>
                      <a:pt x="87884" y="76732"/>
                      <a:pt x="87837" y="76740"/>
                    </a:cubicBezTo>
                    <a:cubicBezTo>
                      <a:pt x="87715" y="76760"/>
                      <a:pt x="87603" y="76805"/>
                      <a:pt x="87501" y="76869"/>
                    </a:cubicBezTo>
                    <a:lnTo>
                      <a:pt x="61265" y="47294"/>
                    </a:lnTo>
                    <a:cubicBezTo>
                      <a:pt x="61275" y="47282"/>
                      <a:pt x="61288" y="47273"/>
                      <a:pt x="61297" y="47259"/>
                    </a:cubicBezTo>
                    <a:cubicBezTo>
                      <a:pt x="61344" y="47194"/>
                      <a:pt x="61377" y="47123"/>
                      <a:pt x="61404" y="47049"/>
                    </a:cubicBezTo>
                    <a:close/>
                    <a:moveTo>
                      <a:pt x="61096" y="47455"/>
                    </a:moveTo>
                    <a:lnTo>
                      <a:pt x="87328" y="77024"/>
                    </a:lnTo>
                    <a:cubicBezTo>
                      <a:pt x="87322" y="77033"/>
                      <a:pt x="87314" y="77039"/>
                      <a:pt x="87308" y="77047"/>
                    </a:cubicBezTo>
                    <a:lnTo>
                      <a:pt x="59297" y="59712"/>
                    </a:lnTo>
                    <a:cubicBezTo>
                      <a:pt x="59429" y="59348"/>
                      <a:pt x="59315" y="58926"/>
                      <a:pt x="58985" y="58689"/>
                    </a:cubicBezTo>
                    <a:cubicBezTo>
                      <a:pt x="58952" y="58665"/>
                      <a:pt x="58916" y="58648"/>
                      <a:pt x="58882" y="58628"/>
                    </a:cubicBezTo>
                    <a:lnTo>
                      <a:pt x="60400" y="47607"/>
                    </a:lnTo>
                    <a:cubicBezTo>
                      <a:pt x="60459" y="47619"/>
                      <a:pt x="60519" y="47627"/>
                      <a:pt x="60578" y="47627"/>
                    </a:cubicBezTo>
                    <a:cubicBezTo>
                      <a:pt x="60762" y="47627"/>
                      <a:pt x="60943" y="47564"/>
                      <a:pt x="61096" y="47455"/>
                    </a:cubicBezTo>
                    <a:close/>
                    <a:moveTo>
                      <a:pt x="59189" y="59922"/>
                    </a:moveTo>
                    <a:lnTo>
                      <a:pt x="87178" y="77244"/>
                    </a:lnTo>
                    <a:cubicBezTo>
                      <a:pt x="87172" y="77259"/>
                      <a:pt x="87166" y="77275"/>
                      <a:pt x="87161" y="77291"/>
                    </a:cubicBezTo>
                    <a:lnTo>
                      <a:pt x="56571" y="69673"/>
                    </a:lnTo>
                    <a:cubicBezTo>
                      <a:pt x="56646" y="69338"/>
                      <a:pt x="56520" y="68976"/>
                      <a:pt x="56224" y="68763"/>
                    </a:cubicBezTo>
                    <a:cubicBezTo>
                      <a:pt x="56157" y="68717"/>
                      <a:pt x="56087" y="68682"/>
                      <a:pt x="56015" y="68656"/>
                    </a:cubicBezTo>
                    <a:lnTo>
                      <a:pt x="58519" y="60290"/>
                    </a:lnTo>
                    <a:cubicBezTo>
                      <a:pt x="58777" y="60275"/>
                      <a:pt x="59025" y="60152"/>
                      <a:pt x="59188" y="59926"/>
                    </a:cubicBezTo>
                    <a:cubicBezTo>
                      <a:pt x="59189" y="59924"/>
                      <a:pt x="59189" y="59923"/>
                      <a:pt x="59189" y="59922"/>
                    </a:cubicBezTo>
                    <a:close/>
                    <a:moveTo>
                      <a:pt x="6382" y="54567"/>
                    </a:moveTo>
                    <a:lnTo>
                      <a:pt x="31456" y="61554"/>
                    </a:lnTo>
                    <a:cubicBezTo>
                      <a:pt x="31440" y="61772"/>
                      <a:pt x="31506" y="61990"/>
                      <a:pt x="31643" y="62166"/>
                    </a:cubicBezTo>
                    <a:lnTo>
                      <a:pt x="15546" y="78173"/>
                    </a:lnTo>
                    <a:cubicBezTo>
                      <a:pt x="15506" y="78130"/>
                      <a:pt x="15461" y="78092"/>
                      <a:pt x="15414" y="78055"/>
                    </a:cubicBezTo>
                    <a:cubicBezTo>
                      <a:pt x="15260" y="77944"/>
                      <a:pt x="15081" y="77892"/>
                      <a:pt x="14905" y="77892"/>
                    </a:cubicBezTo>
                    <a:cubicBezTo>
                      <a:pt x="14826" y="77892"/>
                      <a:pt x="14747" y="77902"/>
                      <a:pt x="14671" y="77923"/>
                    </a:cubicBezTo>
                    <a:lnTo>
                      <a:pt x="6061" y="55104"/>
                    </a:lnTo>
                    <a:cubicBezTo>
                      <a:pt x="6125" y="55054"/>
                      <a:pt x="6183" y="54997"/>
                      <a:pt x="6233" y="54928"/>
                    </a:cubicBezTo>
                    <a:cubicBezTo>
                      <a:pt x="6313" y="54818"/>
                      <a:pt x="6360" y="54692"/>
                      <a:pt x="6382" y="54567"/>
                    </a:cubicBezTo>
                    <a:close/>
                    <a:moveTo>
                      <a:pt x="91099" y="59489"/>
                    </a:moveTo>
                    <a:lnTo>
                      <a:pt x="104457" y="79682"/>
                    </a:lnTo>
                    <a:cubicBezTo>
                      <a:pt x="104363" y="79741"/>
                      <a:pt x="104277" y="79819"/>
                      <a:pt x="104210" y="79913"/>
                    </a:cubicBezTo>
                    <a:cubicBezTo>
                      <a:pt x="104146" y="80003"/>
                      <a:pt x="104103" y="80102"/>
                      <a:pt x="104076" y="80204"/>
                    </a:cubicBezTo>
                    <a:lnTo>
                      <a:pt x="88866" y="77650"/>
                    </a:lnTo>
                    <a:cubicBezTo>
                      <a:pt x="88877" y="77362"/>
                      <a:pt x="88749" y="77075"/>
                      <a:pt x="88499" y="76896"/>
                    </a:cubicBezTo>
                    <a:cubicBezTo>
                      <a:pt x="88425" y="76842"/>
                      <a:pt x="88344" y="76806"/>
                      <a:pt x="88260" y="76778"/>
                    </a:cubicBezTo>
                    <a:lnTo>
                      <a:pt x="90783" y="59563"/>
                    </a:lnTo>
                    <a:cubicBezTo>
                      <a:pt x="90892" y="59558"/>
                      <a:pt x="90999" y="59534"/>
                      <a:pt x="91099" y="59489"/>
                    </a:cubicBezTo>
                    <a:close/>
                    <a:moveTo>
                      <a:pt x="33100" y="62061"/>
                    </a:moveTo>
                    <a:lnTo>
                      <a:pt x="54828" y="69413"/>
                    </a:lnTo>
                    <a:cubicBezTo>
                      <a:pt x="54804" y="69712"/>
                      <a:pt x="54931" y="70016"/>
                      <a:pt x="55192" y="70201"/>
                    </a:cubicBezTo>
                    <a:cubicBezTo>
                      <a:pt x="55275" y="70262"/>
                      <a:pt x="55369" y="70305"/>
                      <a:pt x="55466" y="70333"/>
                    </a:cubicBezTo>
                    <a:lnTo>
                      <a:pt x="54144" y="97291"/>
                    </a:lnTo>
                    <a:cubicBezTo>
                      <a:pt x="54112" y="97293"/>
                      <a:pt x="54080" y="97293"/>
                      <a:pt x="54049" y="97298"/>
                    </a:cubicBezTo>
                    <a:cubicBezTo>
                      <a:pt x="53964" y="97313"/>
                      <a:pt x="53885" y="97342"/>
                      <a:pt x="53809" y="97378"/>
                    </a:cubicBezTo>
                    <a:lnTo>
                      <a:pt x="32845" y="62338"/>
                    </a:lnTo>
                    <a:cubicBezTo>
                      <a:pt x="32924" y="62281"/>
                      <a:pt x="32998" y="62217"/>
                      <a:pt x="33057" y="62136"/>
                    </a:cubicBezTo>
                    <a:cubicBezTo>
                      <a:pt x="33074" y="62112"/>
                      <a:pt x="33085" y="62086"/>
                      <a:pt x="33100" y="62061"/>
                    </a:cubicBezTo>
                    <a:close/>
                    <a:moveTo>
                      <a:pt x="56487" y="69893"/>
                    </a:moveTo>
                    <a:lnTo>
                      <a:pt x="87105" y="77517"/>
                    </a:lnTo>
                    <a:cubicBezTo>
                      <a:pt x="87088" y="77681"/>
                      <a:pt x="87116" y="77843"/>
                      <a:pt x="87186" y="77992"/>
                    </a:cubicBezTo>
                    <a:lnTo>
                      <a:pt x="54942" y="97700"/>
                    </a:lnTo>
                    <a:cubicBezTo>
                      <a:pt x="54883" y="97604"/>
                      <a:pt x="54803" y="97519"/>
                      <a:pt x="54708" y="97452"/>
                    </a:cubicBezTo>
                    <a:cubicBezTo>
                      <a:pt x="54609" y="97379"/>
                      <a:pt x="54496" y="97331"/>
                      <a:pt x="54379" y="97305"/>
                    </a:cubicBezTo>
                    <a:lnTo>
                      <a:pt x="55700" y="70367"/>
                    </a:lnTo>
                    <a:lnTo>
                      <a:pt x="55705" y="70367"/>
                    </a:lnTo>
                    <a:cubicBezTo>
                      <a:pt x="55753" y="70367"/>
                      <a:pt x="55802" y="70364"/>
                      <a:pt x="55850" y="70355"/>
                    </a:cubicBezTo>
                    <a:cubicBezTo>
                      <a:pt x="56084" y="70317"/>
                      <a:pt x="56287" y="70190"/>
                      <a:pt x="56427" y="69997"/>
                    </a:cubicBezTo>
                    <a:cubicBezTo>
                      <a:pt x="56450" y="69964"/>
                      <a:pt x="56468" y="69927"/>
                      <a:pt x="56487" y="69893"/>
                    </a:cubicBezTo>
                    <a:close/>
                    <a:moveTo>
                      <a:pt x="31811" y="62331"/>
                    </a:moveTo>
                    <a:cubicBezTo>
                      <a:pt x="31814" y="62333"/>
                      <a:pt x="31817" y="62338"/>
                      <a:pt x="31821" y="62340"/>
                    </a:cubicBezTo>
                    <a:cubicBezTo>
                      <a:pt x="31978" y="62452"/>
                      <a:pt x="32156" y="62506"/>
                      <a:pt x="32336" y="62506"/>
                    </a:cubicBezTo>
                    <a:cubicBezTo>
                      <a:pt x="32439" y="62506"/>
                      <a:pt x="32539" y="62482"/>
                      <a:pt x="32636" y="62447"/>
                    </a:cubicBezTo>
                    <a:lnTo>
                      <a:pt x="53611" y="97508"/>
                    </a:lnTo>
                    <a:cubicBezTo>
                      <a:pt x="53561" y="97551"/>
                      <a:pt x="53513" y="97602"/>
                      <a:pt x="53473" y="97657"/>
                    </a:cubicBezTo>
                    <a:cubicBezTo>
                      <a:pt x="53449" y="97691"/>
                      <a:pt x="53432" y="97726"/>
                      <a:pt x="53414" y="97761"/>
                    </a:cubicBezTo>
                    <a:lnTo>
                      <a:pt x="15678" y="79186"/>
                    </a:lnTo>
                    <a:cubicBezTo>
                      <a:pt x="15816" y="78926"/>
                      <a:pt x="15811" y="78622"/>
                      <a:pt x="15682" y="78371"/>
                    </a:cubicBezTo>
                    <a:lnTo>
                      <a:pt x="31811" y="62331"/>
                    </a:lnTo>
                    <a:close/>
                    <a:moveTo>
                      <a:pt x="1615" y="71499"/>
                    </a:moveTo>
                    <a:lnTo>
                      <a:pt x="14037" y="78573"/>
                    </a:lnTo>
                    <a:cubicBezTo>
                      <a:pt x="13958" y="78911"/>
                      <a:pt x="14084" y="79279"/>
                      <a:pt x="14383" y="79494"/>
                    </a:cubicBezTo>
                    <a:cubicBezTo>
                      <a:pt x="14539" y="79606"/>
                      <a:pt x="14719" y="79660"/>
                      <a:pt x="14898" y="79660"/>
                    </a:cubicBezTo>
                    <a:cubicBezTo>
                      <a:pt x="15136" y="79660"/>
                      <a:pt x="15368" y="79558"/>
                      <a:pt x="15538" y="79377"/>
                    </a:cubicBezTo>
                    <a:lnTo>
                      <a:pt x="53328" y="97978"/>
                    </a:lnTo>
                    <a:cubicBezTo>
                      <a:pt x="53297" y="98118"/>
                      <a:pt x="53305" y="98265"/>
                      <a:pt x="53342" y="98402"/>
                    </a:cubicBezTo>
                    <a:lnTo>
                      <a:pt x="44172" y="100939"/>
                    </a:lnTo>
                    <a:cubicBezTo>
                      <a:pt x="44109" y="100823"/>
                      <a:pt x="44023" y="100722"/>
                      <a:pt x="43914" y="100644"/>
                    </a:cubicBezTo>
                    <a:cubicBezTo>
                      <a:pt x="43762" y="100534"/>
                      <a:pt x="43583" y="100477"/>
                      <a:pt x="43400" y="100477"/>
                    </a:cubicBezTo>
                    <a:cubicBezTo>
                      <a:pt x="43351" y="100477"/>
                      <a:pt x="43302" y="100481"/>
                      <a:pt x="43253" y="100489"/>
                    </a:cubicBezTo>
                    <a:cubicBezTo>
                      <a:pt x="43020" y="100528"/>
                      <a:pt x="42817" y="100655"/>
                      <a:pt x="42677" y="100848"/>
                    </a:cubicBezTo>
                    <a:cubicBezTo>
                      <a:pt x="42516" y="101072"/>
                      <a:pt x="42479" y="101346"/>
                      <a:pt x="42546" y="101594"/>
                    </a:cubicBezTo>
                    <a:lnTo>
                      <a:pt x="31935" y="108097"/>
                    </a:lnTo>
                    <a:cubicBezTo>
                      <a:pt x="31872" y="107978"/>
                      <a:pt x="31783" y="107872"/>
                      <a:pt x="31671" y="107790"/>
                    </a:cubicBezTo>
                    <a:cubicBezTo>
                      <a:pt x="31516" y="107679"/>
                      <a:pt x="31337" y="107626"/>
                      <a:pt x="31160" y="107626"/>
                    </a:cubicBezTo>
                    <a:cubicBezTo>
                      <a:pt x="30986" y="107626"/>
                      <a:pt x="30812" y="107678"/>
                      <a:pt x="30664" y="107776"/>
                    </a:cubicBezTo>
                    <a:lnTo>
                      <a:pt x="1598" y="71519"/>
                    </a:lnTo>
                    <a:cubicBezTo>
                      <a:pt x="1603" y="71511"/>
                      <a:pt x="1609" y="71506"/>
                      <a:pt x="1615" y="71499"/>
                    </a:cubicBezTo>
                    <a:close/>
                    <a:moveTo>
                      <a:pt x="87314" y="78191"/>
                    </a:moveTo>
                    <a:cubicBezTo>
                      <a:pt x="87360" y="78243"/>
                      <a:pt x="87409" y="78293"/>
                      <a:pt x="87467" y="78334"/>
                    </a:cubicBezTo>
                    <a:cubicBezTo>
                      <a:pt x="87623" y="78447"/>
                      <a:pt x="87803" y="78500"/>
                      <a:pt x="87981" y="78500"/>
                    </a:cubicBezTo>
                    <a:cubicBezTo>
                      <a:pt x="88023" y="78500"/>
                      <a:pt x="88063" y="78493"/>
                      <a:pt x="88103" y="78485"/>
                    </a:cubicBezTo>
                    <a:lnTo>
                      <a:pt x="95457" y="108915"/>
                    </a:lnTo>
                    <a:cubicBezTo>
                      <a:pt x="95228" y="108955"/>
                      <a:pt x="95026" y="109080"/>
                      <a:pt x="94890" y="109271"/>
                    </a:cubicBezTo>
                    <a:cubicBezTo>
                      <a:pt x="94886" y="109276"/>
                      <a:pt x="94884" y="109281"/>
                      <a:pt x="94880" y="109287"/>
                    </a:cubicBezTo>
                    <a:lnTo>
                      <a:pt x="55049" y="98390"/>
                    </a:lnTo>
                    <a:cubicBezTo>
                      <a:pt x="55079" y="98272"/>
                      <a:pt x="55087" y="98149"/>
                      <a:pt x="55066" y="98026"/>
                    </a:cubicBezTo>
                    <a:cubicBezTo>
                      <a:pt x="55060" y="97989"/>
                      <a:pt x="55048" y="97954"/>
                      <a:pt x="55038" y="97917"/>
                    </a:cubicBezTo>
                    <a:lnTo>
                      <a:pt x="87314" y="78191"/>
                    </a:lnTo>
                    <a:close/>
                    <a:moveTo>
                      <a:pt x="42637" y="101815"/>
                    </a:moveTo>
                    <a:cubicBezTo>
                      <a:pt x="42697" y="101917"/>
                      <a:pt x="42779" y="102009"/>
                      <a:pt x="42882" y="102083"/>
                    </a:cubicBezTo>
                    <a:cubicBezTo>
                      <a:pt x="43034" y="102192"/>
                      <a:pt x="43212" y="102249"/>
                      <a:pt x="43395" y="102249"/>
                    </a:cubicBezTo>
                    <a:cubicBezTo>
                      <a:pt x="43443" y="102249"/>
                      <a:pt x="43493" y="102245"/>
                      <a:pt x="43541" y="102237"/>
                    </a:cubicBezTo>
                    <a:cubicBezTo>
                      <a:pt x="43588" y="102229"/>
                      <a:pt x="43633" y="102216"/>
                      <a:pt x="43679" y="102201"/>
                    </a:cubicBezTo>
                    <a:lnTo>
                      <a:pt x="55444" y="118817"/>
                    </a:lnTo>
                    <a:cubicBezTo>
                      <a:pt x="55361" y="118874"/>
                      <a:pt x="55285" y="118944"/>
                      <a:pt x="55225" y="119027"/>
                    </a:cubicBezTo>
                    <a:cubicBezTo>
                      <a:pt x="55134" y="119155"/>
                      <a:pt x="55081" y="119302"/>
                      <a:pt x="55066" y="119454"/>
                    </a:cubicBezTo>
                    <a:lnTo>
                      <a:pt x="38399" y="118443"/>
                    </a:lnTo>
                    <a:lnTo>
                      <a:pt x="31738" y="109173"/>
                    </a:lnTo>
                    <a:cubicBezTo>
                      <a:pt x="31789" y="109128"/>
                      <a:pt x="31835" y="109080"/>
                      <a:pt x="31876" y="109025"/>
                    </a:cubicBezTo>
                    <a:cubicBezTo>
                      <a:pt x="32014" y="108832"/>
                      <a:pt x="32069" y="108598"/>
                      <a:pt x="32030" y="108364"/>
                    </a:cubicBezTo>
                    <a:cubicBezTo>
                      <a:pt x="32027" y="108350"/>
                      <a:pt x="32021" y="108336"/>
                      <a:pt x="32017" y="108321"/>
                    </a:cubicBezTo>
                    <a:lnTo>
                      <a:pt x="42637" y="101815"/>
                    </a:lnTo>
                    <a:close/>
                    <a:moveTo>
                      <a:pt x="54958" y="98612"/>
                    </a:moveTo>
                    <a:lnTo>
                      <a:pt x="94775" y="109505"/>
                    </a:lnTo>
                    <a:cubicBezTo>
                      <a:pt x="94674" y="109802"/>
                      <a:pt x="94737" y="110137"/>
                      <a:pt x="94949" y="110374"/>
                    </a:cubicBezTo>
                    <a:lnTo>
                      <a:pt x="79975" y="127087"/>
                    </a:lnTo>
                    <a:cubicBezTo>
                      <a:pt x="79970" y="127084"/>
                      <a:pt x="79968" y="127081"/>
                      <a:pt x="79965" y="127079"/>
                    </a:cubicBezTo>
                    <a:cubicBezTo>
                      <a:pt x="79813" y="126970"/>
                      <a:pt x="79634" y="126913"/>
                      <a:pt x="79451" y="126913"/>
                    </a:cubicBezTo>
                    <a:cubicBezTo>
                      <a:pt x="79403" y="126913"/>
                      <a:pt x="79354" y="126917"/>
                      <a:pt x="79305" y="126925"/>
                    </a:cubicBezTo>
                    <a:cubicBezTo>
                      <a:pt x="79089" y="126960"/>
                      <a:pt x="78902" y="127074"/>
                      <a:pt x="78766" y="127242"/>
                    </a:cubicBezTo>
                    <a:lnTo>
                      <a:pt x="44129" y="101861"/>
                    </a:lnTo>
                    <a:cubicBezTo>
                      <a:pt x="44257" y="101672"/>
                      <a:pt x="44310" y="101447"/>
                      <a:pt x="44272" y="101221"/>
                    </a:cubicBezTo>
                    <a:cubicBezTo>
                      <a:pt x="44268" y="101201"/>
                      <a:pt x="44262" y="101182"/>
                      <a:pt x="44256" y="101162"/>
                    </a:cubicBezTo>
                    <a:lnTo>
                      <a:pt x="53432" y="98624"/>
                    </a:lnTo>
                    <a:cubicBezTo>
                      <a:pt x="53492" y="98727"/>
                      <a:pt x="53573" y="98820"/>
                      <a:pt x="53678" y="98895"/>
                    </a:cubicBezTo>
                    <a:cubicBezTo>
                      <a:pt x="53834" y="99007"/>
                      <a:pt x="54013" y="99061"/>
                      <a:pt x="54193" y="99061"/>
                    </a:cubicBezTo>
                    <a:cubicBezTo>
                      <a:pt x="54468" y="99061"/>
                      <a:pt x="54740" y="98932"/>
                      <a:pt x="54914" y="98692"/>
                    </a:cubicBezTo>
                    <a:cubicBezTo>
                      <a:pt x="54931" y="98666"/>
                      <a:pt x="54943" y="98639"/>
                      <a:pt x="54958" y="98612"/>
                    </a:cubicBezTo>
                    <a:close/>
                    <a:moveTo>
                      <a:pt x="58749" y="0"/>
                    </a:moveTo>
                    <a:cubicBezTo>
                      <a:pt x="58700" y="0"/>
                      <a:pt x="58651" y="4"/>
                      <a:pt x="58601" y="13"/>
                    </a:cubicBezTo>
                    <a:cubicBezTo>
                      <a:pt x="58368" y="51"/>
                      <a:pt x="58165" y="178"/>
                      <a:pt x="58026" y="371"/>
                    </a:cubicBezTo>
                    <a:cubicBezTo>
                      <a:pt x="57906" y="537"/>
                      <a:pt x="57857" y="730"/>
                      <a:pt x="57863" y="922"/>
                    </a:cubicBezTo>
                    <a:lnTo>
                      <a:pt x="34925" y="10097"/>
                    </a:lnTo>
                    <a:cubicBezTo>
                      <a:pt x="34868" y="9931"/>
                      <a:pt x="34761" y="9780"/>
                      <a:pt x="34608" y="9669"/>
                    </a:cubicBezTo>
                    <a:cubicBezTo>
                      <a:pt x="34451" y="9557"/>
                      <a:pt x="34271" y="9503"/>
                      <a:pt x="34092" y="9503"/>
                    </a:cubicBezTo>
                    <a:cubicBezTo>
                      <a:pt x="33816" y="9503"/>
                      <a:pt x="33545" y="9631"/>
                      <a:pt x="33372" y="9872"/>
                    </a:cubicBezTo>
                    <a:cubicBezTo>
                      <a:pt x="33234" y="10064"/>
                      <a:pt x="33180" y="10299"/>
                      <a:pt x="33218" y="10533"/>
                    </a:cubicBezTo>
                    <a:cubicBezTo>
                      <a:pt x="33257" y="10766"/>
                      <a:pt x="33384" y="10969"/>
                      <a:pt x="33577" y="11108"/>
                    </a:cubicBezTo>
                    <a:cubicBezTo>
                      <a:pt x="33733" y="11221"/>
                      <a:pt x="33912" y="11274"/>
                      <a:pt x="34091" y="11274"/>
                    </a:cubicBezTo>
                    <a:cubicBezTo>
                      <a:pt x="34316" y="11274"/>
                      <a:pt x="34535" y="11185"/>
                      <a:pt x="34704" y="11023"/>
                    </a:cubicBezTo>
                    <a:lnTo>
                      <a:pt x="59844" y="45919"/>
                    </a:lnTo>
                    <a:lnTo>
                      <a:pt x="59844" y="45919"/>
                    </a:lnTo>
                    <a:lnTo>
                      <a:pt x="29110" y="21654"/>
                    </a:lnTo>
                    <a:cubicBezTo>
                      <a:pt x="29111" y="21652"/>
                      <a:pt x="29113" y="21651"/>
                      <a:pt x="29117" y="21648"/>
                    </a:cubicBezTo>
                    <a:cubicBezTo>
                      <a:pt x="29401" y="21251"/>
                      <a:pt x="29309" y="20697"/>
                      <a:pt x="28913" y="20413"/>
                    </a:cubicBezTo>
                    <a:cubicBezTo>
                      <a:pt x="28757" y="20301"/>
                      <a:pt x="28577" y="20247"/>
                      <a:pt x="28399" y="20247"/>
                    </a:cubicBezTo>
                    <a:cubicBezTo>
                      <a:pt x="28122" y="20247"/>
                      <a:pt x="27850" y="20375"/>
                      <a:pt x="27678" y="20616"/>
                    </a:cubicBezTo>
                    <a:cubicBezTo>
                      <a:pt x="27393" y="21013"/>
                      <a:pt x="27485" y="21567"/>
                      <a:pt x="27881" y="21851"/>
                    </a:cubicBezTo>
                    <a:cubicBezTo>
                      <a:pt x="28037" y="21963"/>
                      <a:pt x="28217" y="22017"/>
                      <a:pt x="28396" y="22017"/>
                    </a:cubicBezTo>
                    <a:cubicBezTo>
                      <a:pt x="28561" y="22017"/>
                      <a:pt x="28722" y="21967"/>
                      <a:pt x="28864" y="21877"/>
                    </a:cubicBezTo>
                    <a:lnTo>
                      <a:pt x="57922" y="58717"/>
                    </a:lnTo>
                    <a:cubicBezTo>
                      <a:pt x="57920" y="58718"/>
                      <a:pt x="57919" y="58719"/>
                      <a:pt x="57916" y="58723"/>
                    </a:cubicBezTo>
                    <a:lnTo>
                      <a:pt x="16459" y="26054"/>
                    </a:lnTo>
                    <a:cubicBezTo>
                      <a:pt x="16652" y="25671"/>
                      <a:pt x="16546" y="25194"/>
                      <a:pt x="16188" y="24937"/>
                    </a:cubicBezTo>
                    <a:cubicBezTo>
                      <a:pt x="16032" y="24825"/>
                      <a:pt x="15851" y="24771"/>
                      <a:pt x="15672" y="24771"/>
                    </a:cubicBezTo>
                    <a:cubicBezTo>
                      <a:pt x="15397" y="24771"/>
                      <a:pt x="15125" y="24899"/>
                      <a:pt x="14952" y="25140"/>
                    </a:cubicBezTo>
                    <a:cubicBezTo>
                      <a:pt x="14668" y="25537"/>
                      <a:pt x="14760" y="26091"/>
                      <a:pt x="15155" y="26375"/>
                    </a:cubicBezTo>
                    <a:cubicBezTo>
                      <a:pt x="15308" y="26486"/>
                      <a:pt x="15486" y="26541"/>
                      <a:pt x="15671" y="26541"/>
                    </a:cubicBezTo>
                    <a:cubicBezTo>
                      <a:pt x="15719" y="26541"/>
                      <a:pt x="15768" y="26537"/>
                      <a:pt x="15816" y="26529"/>
                    </a:cubicBezTo>
                    <a:cubicBezTo>
                      <a:pt x="15834" y="26526"/>
                      <a:pt x="15850" y="26520"/>
                      <a:pt x="15866" y="26516"/>
                    </a:cubicBezTo>
                    <a:lnTo>
                      <a:pt x="31824" y="60903"/>
                    </a:lnTo>
                    <a:cubicBezTo>
                      <a:pt x="31748" y="60958"/>
                      <a:pt x="31675" y="61023"/>
                      <a:pt x="31618" y="61103"/>
                    </a:cubicBezTo>
                    <a:cubicBezTo>
                      <a:pt x="31568" y="61173"/>
                      <a:pt x="31534" y="61248"/>
                      <a:pt x="31507" y="61324"/>
                    </a:cubicBezTo>
                    <a:lnTo>
                      <a:pt x="6390" y="54326"/>
                    </a:lnTo>
                    <a:cubicBezTo>
                      <a:pt x="6367" y="54081"/>
                      <a:pt x="6245" y="53846"/>
                      <a:pt x="6030" y="53692"/>
                    </a:cubicBezTo>
                    <a:cubicBezTo>
                      <a:pt x="5874" y="53581"/>
                      <a:pt x="5694" y="53527"/>
                      <a:pt x="5515" y="53527"/>
                    </a:cubicBezTo>
                    <a:cubicBezTo>
                      <a:pt x="5239" y="53527"/>
                      <a:pt x="4967" y="53655"/>
                      <a:pt x="4794" y="53896"/>
                    </a:cubicBezTo>
                    <a:cubicBezTo>
                      <a:pt x="4510" y="54293"/>
                      <a:pt x="4602" y="54846"/>
                      <a:pt x="4998" y="55131"/>
                    </a:cubicBezTo>
                    <a:cubicBezTo>
                      <a:pt x="5154" y="55243"/>
                      <a:pt x="5334" y="55297"/>
                      <a:pt x="5512" y="55297"/>
                    </a:cubicBezTo>
                    <a:cubicBezTo>
                      <a:pt x="5630" y="55297"/>
                      <a:pt x="5746" y="55269"/>
                      <a:pt x="5854" y="55223"/>
                    </a:cubicBezTo>
                    <a:lnTo>
                      <a:pt x="14454" y="78011"/>
                    </a:lnTo>
                    <a:cubicBezTo>
                      <a:pt x="14348" y="78072"/>
                      <a:pt x="14255" y="78154"/>
                      <a:pt x="14180" y="78258"/>
                    </a:cubicBezTo>
                    <a:cubicBezTo>
                      <a:pt x="14159" y="78289"/>
                      <a:pt x="14143" y="78321"/>
                      <a:pt x="14124" y="78354"/>
                    </a:cubicBezTo>
                    <a:lnTo>
                      <a:pt x="1732" y="71295"/>
                    </a:lnTo>
                    <a:cubicBezTo>
                      <a:pt x="1882" y="70925"/>
                      <a:pt x="1769" y="70488"/>
                      <a:pt x="1431" y="70244"/>
                    </a:cubicBezTo>
                    <a:cubicBezTo>
                      <a:pt x="1279" y="70136"/>
                      <a:pt x="1101" y="70079"/>
                      <a:pt x="918" y="70079"/>
                    </a:cubicBezTo>
                    <a:cubicBezTo>
                      <a:pt x="869" y="70079"/>
                      <a:pt x="819" y="70083"/>
                      <a:pt x="770" y="70091"/>
                    </a:cubicBezTo>
                    <a:cubicBezTo>
                      <a:pt x="535" y="70130"/>
                      <a:pt x="333" y="70257"/>
                      <a:pt x="193" y="70449"/>
                    </a:cubicBezTo>
                    <a:cubicBezTo>
                      <a:pt x="56" y="70642"/>
                      <a:pt x="1" y="70875"/>
                      <a:pt x="40" y="71109"/>
                    </a:cubicBezTo>
                    <a:cubicBezTo>
                      <a:pt x="79" y="71343"/>
                      <a:pt x="206" y="71547"/>
                      <a:pt x="399" y="71685"/>
                    </a:cubicBezTo>
                    <a:cubicBezTo>
                      <a:pt x="555" y="71797"/>
                      <a:pt x="734" y="71851"/>
                      <a:pt x="913" y="71851"/>
                    </a:cubicBezTo>
                    <a:cubicBezTo>
                      <a:pt x="1096" y="71851"/>
                      <a:pt x="1276" y="71789"/>
                      <a:pt x="1426" y="71680"/>
                    </a:cubicBezTo>
                    <a:lnTo>
                      <a:pt x="30491" y="107933"/>
                    </a:lnTo>
                    <a:cubicBezTo>
                      <a:pt x="30474" y="107952"/>
                      <a:pt x="30454" y="107971"/>
                      <a:pt x="30437" y="107994"/>
                    </a:cubicBezTo>
                    <a:cubicBezTo>
                      <a:pt x="30426" y="108010"/>
                      <a:pt x="30418" y="108029"/>
                      <a:pt x="30408" y="108045"/>
                    </a:cubicBezTo>
                    <a:lnTo>
                      <a:pt x="5131" y="93125"/>
                    </a:lnTo>
                    <a:cubicBezTo>
                      <a:pt x="5273" y="92758"/>
                      <a:pt x="5159" y="92325"/>
                      <a:pt x="4826" y="92087"/>
                    </a:cubicBezTo>
                    <a:cubicBezTo>
                      <a:pt x="4669" y="91975"/>
                      <a:pt x="4489" y="91921"/>
                      <a:pt x="4311" y="91921"/>
                    </a:cubicBezTo>
                    <a:cubicBezTo>
                      <a:pt x="4035" y="91921"/>
                      <a:pt x="3763" y="92050"/>
                      <a:pt x="3589" y="92291"/>
                    </a:cubicBezTo>
                    <a:cubicBezTo>
                      <a:pt x="3305" y="92688"/>
                      <a:pt x="3397" y="93241"/>
                      <a:pt x="3792" y="93527"/>
                    </a:cubicBezTo>
                    <a:cubicBezTo>
                      <a:pt x="3950" y="93639"/>
                      <a:pt x="4128" y="93692"/>
                      <a:pt x="4308" y="93692"/>
                    </a:cubicBezTo>
                    <a:cubicBezTo>
                      <a:pt x="4578" y="93692"/>
                      <a:pt x="4846" y="93566"/>
                      <a:pt x="5020" y="93332"/>
                    </a:cubicBezTo>
                    <a:lnTo>
                      <a:pt x="30310" y="108260"/>
                    </a:lnTo>
                    <a:cubicBezTo>
                      <a:pt x="30273" y="108387"/>
                      <a:pt x="30261" y="108519"/>
                      <a:pt x="30283" y="108652"/>
                    </a:cubicBezTo>
                    <a:cubicBezTo>
                      <a:pt x="30322" y="108886"/>
                      <a:pt x="30449" y="109090"/>
                      <a:pt x="30642" y="109228"/>
                    </a:cubicBezTo>
                    <a:cubicBezTo>
                      <a:pt x="30795" y="109337"/>
                      <a:pt x="30972" y="109394"/>
                      <a:pt x="31155" y="109394"/>
                    </a:cubicBezTo>
                    <a:cubicBezTo>
                      <a:pt x="31203" y="109394"/>
                      <a:pt x="31252" y="109389"/>
                      <a:pt x="31301" y="109382"/>
                    </a:cubicBezTo>
                    <a:cubicBezTo>
                      <a:pt x="31386" y="109367"/>
                      <a:pt x="31466" y="109337"/>
                      <a:pt x="31543" y="109302"/>
                    </a:cubicBezTo>
                    <a:lnTo>
                      <a:pt x="38242" y="118625"/>
                    </a:lnTo>
                    <a:lnTo>
                      <a:pt x="38274" y="118671"/>
                    </a:lnTo>
                    <a:lnTo>
                      <a:pt x="55072" y="119689"/>
                    </a:lnTo>
                    <a:cubicBezTo>
                      <a:pt x="55111" y="119923"/>
                      <a:pt x="55238" y="120126"/>
                      <a:pt x="55429" y="120263"/>
                    </a:cubicBezTo>
                    <a:cubicBezTo>
                      <a:pt x="55585" y="120375"/>
                      <a:pt x="55765" y="120428"/>
                      <a:pt x="55944" y="120428"/>
                    </a:cubicBezTo>
                    <a:cubicBezTo>
                      <a:pt x="56219" y="120428"/>
                      <a:pt x="56492" y="120300"/>
                      <a:pt x="56664" y="120059"/>
                    </a:cubicBezTo>
                    <a:cubicBezTo>
                      <a:pt x="56949" y="119663"/>
                      <a:pt x="56857" y="119109"/>
                      <a:pt x="56461" y="118824"/>
                    </a:cubicBezTo>
                    <a:cubicBezTo>
                      <a:pt x="56309" y="118716"/>
                      <a:pt x="56131" y="118659"/>
                      <a:pt x="55949" y="118659"/>
                    </a:cubicBezTo>
                    <a:cubicBezTo>
                      <a:pt x="55900" y="118659"/>
                      <a:pt x="55850" y="118663"/>
                      <a:pt x="55801" y="118671"/>
                    </a:cubicBezTo>
                    <a:cubicBezTo>
                      <a:pt x="55750" y="118679"/>
                      <a:pt x="55702" y="118694"/>
                      <a:pt x="55655" y="118710"/>
                    </a:cubicBezTo>
                    <a:lnTo>
                      <a:pt x="43893" y="102095"/>
                    </a:lnTo>
                    <a:cubicBezTo>
                      <a:pt x="43920" y="102077"/>
                      <a:pt x="43946" y="102056"/>
                      <a:pt x="43971" y="102035"/>
                    </a:cubicBezTo>
                    <a:lnTo>
                      <a:pt x="78639" y="127440"/>
                    </a:lnTo>
                    <a:cubicBezTo>
                      <a:pt x="78569" y="127597"/>
                      <a:pt x="78545" y="127770"/>
                      <a:pt x="78575" y="127942"/>
                    </a:cubicBezTo>
                    <a:cubicBezTo>
                      <a:pt x="78613" y="128175"/>
                      <a:pt x="78740" y="128380"/>
                      <a:pt x="78933" y="128518"/>
                    </a:cubicBezTo>
                    <a:cubicBezTo>
                      <a:pt x="79089" y="128630"/>
                      <a:pt x="79269" y="128683"/>
                      <a:pt x="79447" y="128683"/>
                    </a:cubicBezTo>
                    <a:cubicBezTo>
                      <a:pt x="79723" y="128683"/>
                      <a:pt x="79996" y="128555"/>
                      <a:pt x="80168" y="128314"/>
                    </a:cubicBezTo>
                    <a:cubicBezTo>
                      <a:pt x="80402" y="127987"/>
                      <a:pt x="80378" y="127555"/>
                      <a:pt x="80140" y="127252"/>
                    </a:cubicBezTo>
                    <a:lnTo>
                      <a:pt x="95125" y="110526"/>
                    </a:lnTo>
                    <a:cubicBezTo>
                      <a:pt x="95273" y="110624"/>
                      <a:pt x="95441" y="110672"/>
                      <a:pt x="95607" y="110672"/>
                    </a:cubicBezTo>
                    <a:cubicBezTo>
                      <a:pt x="95788" y="110672"/>
                      <a:pt x="95963" y="110612"/>
                      <a:pt x="96112" y="110507"/>
                    </a:cubicBezTo>
                    <a:lnTo>
                      <a:pt x="102491" y="121570"/>
                    </a:lnTo>
                    <a:cubicBezTo>
                      <a:pt x="102377" y="121631"/>
                      <a:pt x="102271" y="121716"/>
                      <a:pt x="102190" y="121830"/>
                    </a:cubicBezTo>
                    <a:cubicBezTo>
                      <a:pt x="101904" y="122228"/>
                      <a:pt x="101997" y="122780"/>
                      <a:pt x="102393" y="123065"/>
                    </a:cubicBezTo>
                    <a:cubicBezTo>
                      <a:pt x="102545" y="123175"/>
                      <a:pt x="102723" y="123231"/>
                      <a:pt x="102906" y="123231"/>
                    </a:cubicBezTo>
                    <a:cubicBezTo>
                      <a:pt x="102954" y="123231"/>
                      <a:pt x="103004" y="123228"/>
                      <a:pt x="103052" y="123219"/>
                    </a:cubicBezTo>
                    <a:cubicBezTo>
                      <a:pt x="103284" y="123181"/>
                      <a:pt x="103489" y="123053"/>
                      <a:pt x="103626" y="122861"/>
                    </a:cubicBezTo>
                    <a:cubicBezTo>
                      <a:pt x="103912" y="122464"/>
                      <a:pt x="103819" y="121910"/>
                      <a:pt x="103423" y="121625"/>
                    </a:cubicBezTo>
                    <a:cubicBezTo>
                      <a:pt x="103268" y="121514"/>
                      <a:pt x="103091" y="121463"/>
                      <a:pt x="102915" y="121463"/>
                    </a:cubicBezTo>
                    <a:cubicBezTo>
                      <a:pt x="102846" y="121463"/>
                      <a:pt x="102778" y="121470"/>
                      <a:pt x="102712" y="121485"/>
                    </a:cubicBezTo>
                    <a:lnTo>
                      <a:pt x="96287" y="110342"/>
                    </a:lnTo>
                    <a:cubicBezTo>
                      <a:pt x="96298" y="110329"/>
                      <a:pt x="96313" y="110318"/>
                      <a:pt x="96325" y="110302"/>
                    </a:cubicBezTo>
                    <a:cubicBezTo>
                      <a:pt x="96610" y="109904"/>
                      <a:pt x="96518" y="109351"/>
                      <a:pt x="96121" y="109066"/>
                    </a:cubicBezTo>
                    <a:cubicBezTo>
                      <a:pt x="95993" y="108973"/>
                      <a:pt x="95844" y="108923"/>
                      <a:pt x="95692" y="108908"/>
                    </a:cubicBezTo>
                    <a:lnTo>
                      <a:pt x="88325" y="78424"/>
                    </a:lnTo>
                    <a:cubicBezTo>
                      <a:pt x="88400" y="78392"/>
                      <a:pt x="88472" y="78351"/>
                      <a:pt x="88538" y="78298"/>
                    </a:cubicBezTo>
                    <a:lnTo>
                      <a:pt x="112640" y="101661"/>
                    </a:lnTo>
                    <a:cubicBezTo>
                      <a:pt x="112415" y="102050"/>
                      <a:pt x="112513" y="102555"/>
                      <a:pt x="112886" y="102822"/>
                    </a:cubicBezTo>
                    <a:cubicBezTo>
                      <a:pt x="113043" y="102935"/>
                      <a:pt x="113222" y="102988"/>
                      <a:pt x="113401" y="102988"/>
                    </a:cubicBezTo>
                    <a:cubicBezTo>
                      <a:pt x="113421" y="102988"/>
                      <a:pt x="113442" y="102983"/>
                      <a:pt x="113461" y="102982"/>
                    </a:cubicBezTo>
                    <a:lnTo>
                      <a:pt x="118567" y="120230"/>
                    </a:lnTo>
                    <a:cubicBezTo>
                      <a:pt x="118456" y="120292"/>
                      <a:pt x="118356" y="120375"/>
                      <a:pt x="118277" y="120485"/>
                    </a:cubicBezTo>
                    <a:cubicBezTo>
                      <a:pt x="117993" y="120882"/>
                      <a:pt x="118085" y="121436"/>
                      <a:pt x="118480" y="121721"/>
                    </a:cubicBezTo>
                    <a:cubicBezTo>
                      <a:pt x="118632" y="121830"/>
                      <a:pt x="118811" y="121886"/>
                      <a:pt x="118994" y="121886"/>
                    </a:cubicBezTo>
                    <a:cubicBezTo>
                      <a:pt x="119042" y="121886"/>
                      <a:pt x="119091" y="121882"/>
                      <a:pt x="119139" y="121875"/>
                    </a:cubicBezTo>
                    <a:cubicBezTo>
                      <a:pt x="119372" y="121835"/>
                      <a:pt x="119577" y="121709"/>
                      <a:pt x="119715" y="121516"/>
                    </a:cubicBezTo>
                    <a:cubicBezTo>
                      <a:pt x="119999" y="121118"/>
                      <a:pt x="119907" y="120565"/>
                      <a:pt x="119511" y="120281"/>
                    </a:cubicBezTo>
                    <a:cubicBezTo>
                      <a:pt x="119357" y="120170"/>
                      <a:pt x="119179" y="120118"/>
                      <a:pt x="119002" y="120118"/>
                    </a:cubicBezTo>
                    <a:cubicBezTo>
                      <a:pt x="118929" y="120118"/>
                      <a:pt x="118856" y="120127"/>
                      <a:pt x="118785" y="120144"/>
                    </a:cubicBezTo>
                    <a:lnTo>
                      <a:pt x="113690" y="102933"/>
                    </a:lnTo>
                    <a:cubicBezTo>
                      <a:pt x="113856" y="102876"/>
                      <a:pt x="114009" y="102773"/>
                      <a:pt x="114121" y="102619"/>
                    </a:cubicBezTo>
                    <a:cubicBezTo>
                      <a:pt x="114405" y="102222"/>
                      <a:pt x="114313" y="101668"/>
                      <a:pt x="113917" y="101384"/>
                    </a:cubicBezTo>
                    <a:cubicBezTo>
                      <a:pt x="113762" y="101272"/>
                      <a:pt x="113582" y="101219"/>
                      <a:pt x="113404" y="101219"/>
                    </a:cubicBezTo>
                    <a:cubicBezTo>
                      <a:pt x="113177" y="101219"/>
                      <a:pt x="112951" y="101307"/>
                      <a:pt x="112782" y="101473"/>
                    </a:cubicBezTo>
                    <a:lnTo>
                      <a:pt x="88698" y="78130"/>
                    </a:lnTo>
                    <a:cubicBezTo>
                      <a:pt x="88756" y="78050"/>
                      <a:pt x="88793" y="77963"/>
                      <a:pt x="88820" y="77873"/>
                    </a:cubicBezTo>
                    <a:lnTo>
                      <a:pt x="104040" y="80436"/>
                    </a:lnTo>
                    <a:cubicBezTo>
                      <a:pt x="104042" y="80710"/>
                      <a:pt x="104168" y="80979"/>
                      <a:pt x="104406" y="81151"/>
                    </a:cubicBezTo>
                    <a:cubicBezTo>
                      <a:pt x="104559" y="81260"/>
                      <a:pt x="104736" y="81316"/>
                      <a:pt x="104920" y="81316"/>
                    </a:cubicBezTo>
                    <a:cubicBezTo>
                      <a:pt x="104968" y="81316"/>
                      <a:pt x="105019" y="81312"/>
                      <a:pt x="105067" y="81303"/>
                    </a:cubicBezTo>
                    <a:cubicBezTo>
                      <a:pt x="105299" y="81265"/>
                      <a:pt x="105503" y="81138"/>
                      <a:pt x="105641" y="80945"/>
                    </a:cubicBezTo>
                    <a:cubicBezTo>
                      <a:pt x="105673" y="80901"/>
                      <a:pt x="105700" y="80853"/>
                      <a:pt x="105722" y="80805"/>
                    </a:cubicBezTo>
                    <a:lnTo>
                      <a:pt x="125340" y="86830"/>
                    </a:lnTo>
                    <a:cubicBezTo>
                      <a:pt x="125298" y="87143"/>
                      <a:pt x="125422" y="87472"/>
                      <a:pt x="125697" y="87670"/>
                    </a:cubicBezTo>
                    <a:cubicBezTo>
                      <a:pt x="125850" y="87779"/>
                      <a:pt x="126027" y="87835"/>
                      <a:pt x="126212" y="87835"/>
                    </a:cubicBezTo>
                    <a:cubicBezTo>
                      <a:pt x="126260" y="87835"/>
                      <a:pt x="126310" y="87831"/>
                      <a:pt x="126358" y="87823"/>
                    </a:cubicBezTo>
                    <a:cubicBezTo>
                      <a:pt x="126590" y="87784"/>
                      <a:pt x="126795" y="87657"/>
                      <a:pt x="126932" y="87464"/>
                    </a:cubicBezTo>
                    <a:cubicBezTo>
                      <a:pt x="127070" y="87272"/>
                      <a:pt x="127125" y="87039"/>
                      <a:pt x="127086" y="86804"/>
                    </a:cubicBezTo>
                    <a:cubicBezTo>
                      <a:pt x="127048" y="86571"/>
                      <a:pt x="126920" y="86367"/>
                      <a:pt x="126728" y="86229"/>
                    </a:cubicBezTo>
                    <a:cubicBezTo>
                      <a:pt x="126572" y="86117"/>
                      <a:pt x="126392" y="86063"/>
                      <a:pt x="126213" y="86063"/>
                    </a:cubicBezTo>
                    <a:cubicBezTo>
                      <a:pt x="125937" y="86063"/>
                      <a:pt x="125665" y="86191"/>
                      <a:pt x="125492" y="86432"/>
                    </a:cubicBezTo>
                    <a:cubicBezTo>
                      <a:pt x="125454" y="86486"/>
                      <a:pt x="125423" y="86543"/>
                      <a:pt x="125399" y="86602"/>
                    </a:cubicBezTo>
                    <a:lnTo>
                      <a:pt x="105791" y="80580"/>
                    </a:lnTo>
                    <a:cubicBezTo>
                      <a:pt x="105808" y="80484"/>
                      <a:pt x="105812" y="80386"/>
                      <a:pt x="105795" y="80285"/>
                    </a:cubicBezTo>
                    <a:cubicBezTo>
                      <a:pt x="105757" y="80052"/>
                      <a:pt x="105629" y="79848"/>
                      <a:pt x="105437" y="79710"/>
                    </a:cubicBezTo>
                    <a:cubicBezTo>
                      <a:pt x="105283" y="79599"/>
                      <a:pt x="105105" y="79547"/>
                      <a:pt x="104928" y="79547"/>
                    </a:cubicBezTo>
                    <a:cubicBezTo>
                      <a:pt x="104839" y="79547"/>
                      <a:pt x="104751" y="79560"/>
                      <a:pt x="104666" y="79586"/>
                    </a:cubicBezTo>
                    <a:lnTo>
                      <a:pt x="91291" y="59370"/>
                    </a:lnTo>
                    <a:cubicBezTo>
                      <a:pt x="91351" y="59320"/>
                      <a:pt x="91408" y="59265"/>
                      <a:pt x="91454" y="59199"/>
                    </a:cubicBezTo>
                    <a:cubicBezTo>
                      <a:pt x="91612" y="58980"/>
                      <a:pt x="91650" y="58716"/>
                      <a:pt x="91591" y="58473"/>
                    </a:cubicBezTo>
                    <a:lnTo>
                      <a:pt x="121723" y="42022"/>
                    </a:lnTo>
                    <a:cubicBezTo>
                      <a:pt x="121773" y="42082"/>
                      <a:pt x="121827" y="42140"/>
                      <a:pt x="121893" y="42188"/>
                    </a:cubicBezTo>
                    <a:cubicBezTo>
                      <a:pt x="122049" y="42300"/>
                      <a:pt x="122229" y="42354"/>
                      <a:pt x="122408" y="42354"/>
                    </a:cubicBezTo>
                    <a:cubicBezTo>
                      <a:pt x="122508" y="42354"/>
                      <a:pt x="122608" y="42331"/>
                      <a:pt x="122702" y="42298"/>
                    </a:cubicBezTo>
                    <a:lnTo>
                      <a:pt x="143453" y="68738"/>
                    </a:lnTo>
                    <a:cubicBezTo>
                      <a:pt x="143438" y="68755"/>
                      <a:pt x="143422" y="68770"/>
                      <a:pt x="143408" y="68787"/>
                    </a:cubicBezTo>
                    <a:cubicBezTo>
                      <a:pt x="143123" y="69184"/>
                      <a:pt x="143215" y="69738"/>
                      <a:pt x="143613" y="70023"/>
                    </a:cubicBezTo>
                    <a:cubicBezTo>
                      <a:pt x="143769" y="70135"/>
                      <a:pt x="143948" y="70188"/>
                      <a:pt x="144127" y="70188"/>
                    </a:cubicBezTo>
                    <a:cubicBezTo>
                      <a:pt x="144155" y="70188"/>
                      <a:pt x="144182" y="70181"/>
                      <a:pt x="144210" y="70179"/>
                    </a:cubicBezTo>
                    <a:lnTo>
                      <a:pt x="150276" y="95191"/>
                    </a:lnTo>
                    <a:cubicBezTo>
                      <a:pt x="150132" y="95254"/>
                      <a:pt x="150005" y="95352"/>
                      <a:pt x="149911" y="95484"/>
                    </a:cubicBezTo>
                    <a:cubicBezTo>
                      <a:pt x="149774" y="95676"/>
                      <a:pt x="149718" y="95910"/>
                      <a:pt x="149758" y="96144"/>
                    </a:cubicBezTo>
                    <a:cubicBezTo>
                      <a:pt x="149796" y="96377"/>
                      <a:pt x="149923" y="96581"/>
                      <a:pt x="150116" y="96719"/>
                    </a:cubicBezTo>
                    <a:cubicBezTo>
                      <a:pt x="150272" y="96832"/>
                      <a:pt x="150451" y="96885"/>
                      <a:pt x="150630" y="96885"/>
                    </a:cubicBezTo>
                    <a:cubicBezTo>
                      <a:pt x="150905" y="96885"/>
                      <a:pt x="151178" y="96757"/>
                      <a:pt x="151351" y="96516"/>
                    </a:cubicBezTo>
                    <a:cubicBezTo>
                      <a:pt x="151633" y="96119"/>
                      <a:pt x="151542" y="95564"/>
                      <a:pt x="151145" y="95281"/>
                    </a:cubicBezTo>
                    <a:cubicBezTo>
                      <a:pt x="150994" y="95171"/>
                      <a:pt x="150817" y="95116"/>
                      <a:pt x="150635" y="95116"/>
                    </a:cubicBezTo>
                    <a:cubicBezTo>
                      <a:pt x="150591" y="95116"/>
                      <a:pt x="150546" y="95119"/>
                      <a:pt x="150501" y="95126"/>
                    </a:cubicBezTo>
                    <a:lnTo>
                      <a:pt x="144439" y="70126"/>
                    </a:lnTo>
                    <a:cubicBezTo>
                      <a:pt x="144598" y="70068"/>
                      <a:pt x="144742" y="69967"/>
                      <a:pt x="144848" y="69819"/>
                    </a:cubicBezTo>
                    <a:cubicBezTo>
                      <a:pt x="145133" y="69422"/>
                      <a:pt x="145041" y="68869"/>
                      <a:pt x="144643" y="68584"/>
                    </a:cubicBezTo>
                    <a:cubicBezTo>
                      <a:pt x="144489" y="68473"/>
                      <a:pt x="144310" y="68419"/>
                      <a:pt x="144133" y="68419"/>
                    </a:cubicBezTo>
                    <a:cubicBezTo>
                      <a:pt x="143954" y="68419"/>
                      <a:pt x="143776" y="68474"/>
                      <a:pt x="143625" y="68579"/>
                    </a:cubicBezTo>
                    <a:lnTo>
                      <a:pt x="122923" y="42187"/>
                    </a:lnTo>
                    <a:cubicBezTo>
                      <a:pt x="123003" y="42130"/>
                      <a:pt x="123078" y="42066"/>
                      <a:pt x="123137" y="41982"/>
                    </a:cubicBezTo>
                    <a:cubicBezTo>
                      <a:pt x="123422" y="41585"/>
                      <a:pt x="123330" y="41031"/>
                      <a:pt x="122934" y="40747"/>
                    </a:cubicBezTo>
                    <a:cubicBezTo>
                      <a:pt x="122782" y="40638"/>
                      <a:pt x="122603" y="40581"/>
                      <a:pt x="122419" y="40581"/>
                    </a:cubicBezTo>
                    <a:cubicBezTo>
                      <a:pt x="122371" y="40581"/>
                      <a:pt x="122322" y="40585"/>
                      <a:pt x="122273" y="40593"/>
                    </a:cubicBezTo>
                    <a:cubicBezTo>
                      <a:pt x="122040" y="40632"/>
                      <a:pt x="121837" y="40759"/>
                      <a:pt x="121699" y="40952"/>
                    </a:cubicBezTo>
                    <a:cubicBezTo>
                      <a:pt x="121684" y="40972"/>
                      <a:pt x="121674" y="40993"/>
                      <a:pt x="121662" y="41015"/>
                    </a:cubicBezTo>
                    <a:lnTo>
                      <a:pt x="88927" y="19118"/>
                    </a:lnTo>
                    <a:cubicBezTo>
                      <a:pt x="89200" y="18723"/>
                      <a:pt x="89106" y="18178"/>
                      <a:pt x="88714" y="17898"/>
                    </a:cubicBezTo>
                    <a:cubicBezTo>
                      <a:pt x="88558" y="17786"/>
                      <a:pt x="88378" y="17733"/>
                      <a:pt x="88200" y="17733"/>
                    </a:cubicBezTo>
                    <a:cubicBezTo>
                      <a:pt x="87924" y="17733"/>
                      <a:pt x="87652" y="17861"/>
                      <a:pt x="87479" y="18101"/>
                    </a:cubicBezTo>
                    <a:cubicBezTo>
                      <a:pt x="87463" y="18124"/>
                      <a:pt x="87452" y="18149"/>
                      <a:pt x="87437" y="18172"/>
                    </a:cubicBezTo>
                    <a:lnTo>
                      <a:pt x="59626" y="948"/>
                    </a:lnTo>
                    <a:cubicBezTo>
                      <a:pt x="59646" y="651"/>
                      <a:pt x="59520" y="351"/>
                      <a:pt x="59262" y="166"/>
                    </a:cubicBezTo>
                    <a:cubicBezTo>
                      <a:pt x="59111" y="58"/>
                      <a:pt x="58932" y="0"/>
                      <a:pt x="587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25"/>
              <p:cNvSpPr/>
              <p:nvPr/>
            </p:nvSpPr>
            <p:spPr>
              <a:xfrm>
                <a:off x="1522650" y="3538750"/>
                <a:ext cx="2417375" cy="1058350"/>
              </a:xfrm>
              <a:custGeom>
                <a:avLst/>
                <a:gdLst/>
                <a:ahLst/>
                <a:cxnLst/>
                <a:rect l="l" t="t" r="r" b="b"/>
                <a:pathLst>
                  <a:path w="96695" h="42334" extrusionOk="0">
                    <a:moveTo>
                      <a:pt x="1008" y="1"/>
                    </a:moveTo>
                    <a:cubicBezTo>
                      <a:pt x="960" y="1"/>
                      <a:pt x="911" y="5"/>
                      <a:pt x="862" y="13"/>
                    </a:cubicBezTo>
                    <a:cubicBezTo>
                      <a:pt x="628" y="51"/>
                      <a:pt x="424" y="179"/>
                      <a:pt x="285" y="371"/>
                    </a:cubicBezTo>
                    <a:cubicBezTo>
                      <a:pt x="1" y="768"/>
                      <a:pt x="93" y="1321"/>
                      <a:pt x="489" y="1607"/>
                    </a:cubicBezTo>
                    <a:cubicBezTo>
                      <a:pt x="641" y="1716"/>
                      <a:pt x="819" y="1772"/>
                      <a:pt x="1002" y="1772"/>
                    </a:cubicBezTo>
                    <a:cubicBezTo>
                      <a:pt x="1050" y="1772"/>
                      <a:pt x="1100" y="1768"/>
                      <a:pt x="1148" y="1760"/>
                    </a:cubicBezTo>
                    <a:cubicBezTo>
                      <a:pt x="1382" y="1721"/>
                      <a:pt x="1585" y="1594"/>
                      <a:pt x="1724" y="1401"/>
                    </a:cubicBezTo>
                    <a:cubicBezTo>
                      <a:pt x="1775" y="1331"/>
                      <a:pt x="1812" y="1251"/>
                      <a:pt x="1839" y="1170"/>
                    </a:cubicBezTo>
                    <a:lnTo>
                      <a:pt x="49478" y="20273"/>
                    </a:lnTo>
                    <a:cubicBezTo>
                      <a:pt x="49259" y="20661"/>
                      <a:pt x="49358" y="21161"/>
                      <a:pt x="49729" y="21426"/>
                    </a:cubicBezTo>
                    <a:cubicBezTo>
                      <a:pt x="49886" y="21538"/>
                      <a:pt x="50065" y="21592"/>
                      <a:pt x="50244" y="21592"/>
                    </a:cubicBezTo>
                    <a:cubicBezTo>
                      <a:pt x="50520" y="21592"/>
                      <a:pt x="50792" y="21463"/>
                      <a:pt x="50965" y="21223"/>
                    </a:cubicBezTo>
                    <a:cubicBezTo>
                      <a:pt x="50983" y="21196"/>
                      <a:pt x="50997" y="21168"/>
                      <a:pt x="51011" y="21141"/>
                    </a:cubicBezTo>
                    <a:lnTo>
                      <a:pt x="70453" y="38632"/>
                    </a:lnTo>
                    <a:cubicBezTo>
                      <a:pt x="70320" y="38824"/>
                      <a:pt x="70266" y="39053"/>
                      <a:pt x="70304" y="39285"/>
                    </a:cubicBezTo>
                    <a:cubicBezTo>
                      <a:pt x="70342" y="39518"/>
                      <a:pt x="70469" y="39722"/>
                      <a:pt x="70662" y="39860"/>
                    </a:cubicBezTo>
                    <a:cubicBezTo>
                      <a:pt x="70818" y="39972"/>
                      <a:pt x="70998" y="40026"/>
                      <a:pt x="71176" y="40026"/>
                    </a:cubicBezTo>
                    <a:cubicBezTo>
                      <a:pt x="71452" y="40026"/>
                      <a:pt x="71725" y="39897"/>
                      <a:pt x="71897" y="39657"/>
                    </a:cubicBezTo>
                    <a:cubicBezTo>
                      <a:pt x="71957" y="39572"/>
                      <a:pt x="71998" y="39480"/>
                      <a:pt x="72025" y="39385"/>
                    </a:cubicBezTo>
                    <a:lnTo>
                      <a:pt x="94903" y="41502"/>
                    </a:lnTo>
                    <a:cubicBezTo>
                      <a:pt x="94919" y="41758"/>
                      <a:pt x="95040" y="42007"/>
                      <a:pt x="95266" y="42168"/>
                    </a:cubicBezTo>
                    <a:cubicBezTo>
                      <a:pt x="95423" y="42280"/>
                      <a:pt x="95601" y="42334"/>
                      <a:pt x="95781" y="42334"/>
                    </a:cubicBezTo>
                    <a:cubicBezTo>
                      <a:pt x="96056" y="42334"/>
                      <a:pt x="96329" y="42206"/>
                      <a:pt x="96502" y="41965"/>
                    </a:cubicBezTo>
                    <a:cubicBezTo>
                      <a:pt x="96639" y="41772"/>
                      <a:pt x="96694" y="41539"/>
                      <a:pt x="96655" y="41305"/>
                    </a:cubicBezTo>
                    <a:cubicBezTo>
                      <a:pt x="96620" y="41070"/>
                      <a:pt x="96493" y="40865"/>
                      <a:pt x="96301" y="40727"/>
                    </a:cubicBezTo>
                    <a:cubicBezTo>
                      <a:pt x="96148" y="40618"/>
                      <a:pt x="95971" y="40561"/>
                      <a:pt x="95788" y="40561"/>
                    </a:cubicBezTo>
                    <a:cubicBezTo>
                      <a:pt x="95739" y="40561"/>
                      <a:pt x="95690" y="40565"/>
                      <a:pt x="95641" y="40573"/>
                    </a:cubicBezTo>
                    <a:cubicBezTo>
                      <a:pt x="95408" y="40613"/>
                      <a:pt x="95203" y="40739"/>
                      <a:pt x="95065" y="40932"/>
                    </a:cubicBezTo>
                    <a:cubicBezTo>
                      <a:pt x="94993" y="41035"/>
                      <a:pt x="94944" y="41149"/>
                      <a:pt x="94920" y="41266"/>
                    </a:cubicBezTo>
                    <a:lnTo>
                      <a:pt x="72064" y="39153"/>
                    </a:lnTo>
                    <a:cubicBezTo>
                      <a:pt x="72068" y="38873"/>
                      <a:pt x="71940" y="38595"/>
                      <a:pt x="71697" y="38420"/>
                    </a:cubicBezTo>
                    <a:cubicBezTo>
                      <a:pt x="71545" y="38311"/>
                      <a:pt x="71367" y="38254"/>
                      <a:pt x="71183" y="38254"/>
                    </a:cubicBezTo>
                    <a:cubicBezTo>
                      <a:pt x="71134" y="38254"/>
                      <a:pt x="71085" y="38258"/>
                      <a:pt x="71036" y="38266"/>
                    </a:cubicBezTo>
                    <a:cubicBezTo>
                      <a:pt x="70879" y="38292"/>
                      <a:pt x="70737" y="38361"/>
                      <a:pt x="70617" y="38461"/>
                    </a:cubicBezTo>
                    <a:lnTo>
                      <a:pt x="51109" y="20911"/>
                    </a:lnTo>
                    <a:cubicBezTo>
                      <a:pt x="51188" y="20572"/>
                      <a:pt x="51063" y="20203"/>
                      <a:pt x="50764" y="19988"/>
                    </a:cubicBezTo>
                    <a:cubicBezTo>
                      <a:pt x="50609" y="19877"/>
                      <a:pt x="50430" y="19824"/>
                      <a:pt x="50253" y="19824"/>
                    </a:cubicBezTo>
                    <a:cubicBezTo>
                      <a:pt x="50023" y="19824"/>
                      <a:pt x="49796" y="19913"/>
                      <a:pt x="49627" y="20080"/>
                    </a:cubicBezTo>
                    <a:lnTo>
                      <a:pt x="1890" y="937"/>
                    </a:lnTo>
                    <a:cubicBezTo>
                      <a:pt x="1894" y="873"/>
                      <a:pt x="1893" y="807"/>
                      <a:pt x="1881" y="741"/>
                    </a:cubicBezTo>
                    <a:cubicBezTo>
                      <a:pt x="1842" y="507"/>
                      <a:pt x="1715" y="304"/>
                      <a:pt x="1523" y="167"/>
                    </a:cubicBezTo>
                    <a:cubicBezTo>
                      <a:pt x="1371" y="58"/>
                      <a:pt x="1192" y="1"/>
                      <a:pt x="100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Space Grotesk"/>
              <a:buNone/>
              <a:defRPr sz="3000">
                <a:solidFill>
                  <a:schemeClr val="dk1"/>
                </a:solidFill>
                <a:latin typeface="Space Grotesk"/>
                <a:ea typeface="Space Grotesk"/>
                <a:cs typeface="Space Grotesk"/>
                <a:sym typeface="Space Grotesk"/>
              </a:defRPr>
            </a:lvl1pPr>
            <a:lvl2pPr lvl="1" rtl="0">
              <a:spcBef>
                <a:spcPts val="0"/>
              </a:spcBef>
              <a:spcAft>
                <a:spcPts val="0"/>
              </a:spcAft>
              <a:buClr>
                <a:schemeClr val="dk1"/>
              </a:buClr>
              <a:buSzPts val="3000"/>
              <a:buFont typeface="Space Grotesk"/>
              <a:buNone/>
              <a:defRPr sz="3000" b="1">
                <a:solidFill>
                  <a:schemeClr val="dk1"/>
                </a:solidFill>
                <a:latin typeface="Space Grotesk"/>
                <a:ea typeface="Space Grotesk"/>
                <a:cs typeface="Space Grotesk"/>
                <a:sym typeface="Space Grotesk"/>
              </a:defRPr>
            </a:lvl2pPr>
            <a:lvl3pPr lvl="2" rtl="0">
              <a:spcBef>
                <a:spcPts val="0"/>
              </a:spcBef>
              <a:spcAft>
                <a:spcPts val="0"/>
              </a:spcAft>
              <a:buClr>
                <a:schemeClr val="dk1"/>
              </a:buClr>
              <a:buSzPts val="3000"/>
              <a:buFont typeface="Space Grotesk"/>
              <a:buNone/>
              <a:defRPr sz="3000" b="1">
                <a:solidFill>
                  <a:schemeClr val="dk1"/>
                </a:solidFill>
                <a:latin typeface="Space Grotesk"/>
                <a:ea typeface="Space Grotesk"/>
                <a:cs typeface="Space Grotesk"/>
                <a:sym typeface="Space Grotesk"/>
              </a:defRPr>
            </a:lvl3pPr>
            <a:lvl4pPr lvl="3" rtl="0">
              <a:spcBef>
                <a:spcPts val="0"/>
              </a:spcBef>
              <a:spcAft>
                <a:spcPts val="0"/>
              </a:spcAft>
              <a:buClr>
                <a:schemeClr val="dk1"/>
              </a:buClr>
              <a:buSzPts val="3000"/>
              <a:buFont typeface="Space Grotesk"/>
              <a:buNone/>
              <a:defRPr sz="3000" b="1">
                <a:solidFill>
                  <a:schemeClr val="dk1"/>
                </a:solidFill>
                <a:latin typeface="Space Grotesk"/>
                <a:ea typeface="Space Grotesk"/>
                <a:cs typeface="Space Grotesk"/>
                <a:sym typeface="Space Grotesk"/>
              </a:defRPr>
            </a:lvl4pPr>
            <a:lvl5pPr lvl="4" rtl="0">
              <a:spcBef>
                <a:spcPts val="0"/>
              </a:spcBef>
              <a:spcAft>
                <a:spcPts val="0"/>
              </a:spcAft>
              <a:buClr>
                <a:schemeClr val="dk1"/>
              </a:buClr>
              <a:buSzPts val="3000"/>
              <a:buFont typeface="Space Grotesk"/>
              <a:buNone/>
              <a:defRPr sz="3000" b="1">
                <a:solidFill>
                  <a:schemeClr val="dk1"/>
                </a:solidFill>
                <a:latin typeface="Space Grotesk"/>
                <a:ea typeface="Space Grotesk"/>
                <a:cs typeface="Space Grotesk"/>
                <a:sym typeface="Space Grotesk"/>
              </a:defRPr>
            </a:lvl5pPr>
            <a:lvl6pPr lvl="5" rtl="0">
              <a:spcBef>
                <a:spcPts val="0"/>
              </a:spcBef>
              <a:spcAft>
                <a:spcPts val="0"/>
              </a:spcAft>
              <a:buClr>
                <a:schemeClr val="dk1"/>
              </a:buClr>
              <a:buSzPts val="3000"/>
              <a:buFont typeface="Space Grotesk"/>
              <a:buNone/>
              <a:defRPr sz="3000" b="1">
                <a:solidFill>
                  <a:schemeClr val="dk1"/>
                </a:solidFill>
                <a:latin typeface="Space Grotesk"/>
                <a:ea typeface="Space Grotesk"/>
                <a:cs typeface="Space Grotesk"/>
                <a:sym typeface="Space Grotesk"/>
              </a:defRPr>
            </a:lvl6pPr>
            <a:lvl7pPr lvl="6" rtl="0">
              <a:spcBef>
                <a:spcPts val="0"/>
              </a:spcBef>
              <a:spcAft>
                <a:spcPts val="0"/>
              </a:spcAft>
              <a:buClr>
                <a:schemeClr val="dk1"/>
              </a:buClr>
              <a:buSzPts val="3000"/>
              <a:buFont typeface="Space Grotesk"/>
              <a:buNone/>
              <a:defRPr sz="3000" b="1">
                <a:solidFill>
                  <a:schemeClr val="dk1"/>
                </a:solidFill>
                <a:latin typeface="Space Grotesk"/>
                <a:ea typeface="Space Grotesk"/>
                <a:cs typeface="Space Grotesk"/>
                <a:sym typeface="Space Grotesk"/>
              </a:defRPr>
            </a:lvl7pPr>
            <a:lvl8pPr lvl="7" rtl="0">
              <a:spcBef>
                <a:spcPts val="0"/>
              </a:spcBef>
              <a:spcAft>
                <a:spcPts val="0"/>
              </a:spcAft>
              <a:buClr>
                <a:schemeClr val="dk1"/>
              </a:buClr>
              <a:buSzPts val="3000"/>
              <a:buFont typeface="Space Grotesk"/>
              <a:buNone/>
              <a:defRPr sz="3000" b="1">
                <a:solidFill>
                  <a:schemeClr val="dk1"/>
                </a:solidFill>
                <a:latin typeface="Space Grotesk"/>
                <a:ea typeface="Space Grotesk"/>
                <a:cs typeface="Space Grotesk"/>
                <a:sym typeface="Space Grotesk"/>
              </a:defRPr>
            </a:lvl8pPr>
            <a:lvl9pPr lvl="8" rtl="0">
              <a:spcBef>
                <a:spcPts val="0"/>
              </a:spcBef>
              <a:spcAft>
                <a:spcPts val="0"/>
              </a:spcAft>
              <a:buClr>
                <a:schemeClr val="dk1"/>
              </a:buClr>
              <a:buSzPts val="3000"/>
              <a:buFont typeface="Space Grotesk"/>
              <a:buNone/>
              <a:defRPr sz="3000" b="1">
                <a:solidFill>
                  <a:schemeClr val="dk1"/>
                </a:solidFill>
                <a:latin typeface="Space Grotesk"/>
                <a:ea typeface="Space Grotesk"/>
                <a:cs typeface="Space Grotesk"/>
                <a:sym typeface="Space Grotesk"/>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Cairo"/>
              <a:buChar char="●"/>
              <a:defRPr sz="1200">
                <a:solidFill>
                  <a:schemeClr val="dk1"/>
                </a:solidFill>
                <a:latin typeface="Cairo"/>
                <a:ea typeface="Cairo"/>
                <a:cs typeface="Cairo"/>
                <a:sym typeface="Cairo"/>
              </a:defRPr>
            </a:lvl1pPr>
            <a:lvl2pPr marL="914400" lvl="1" indent="-304800">
              <a:lnSpc>
                <a:spcPct val="100000"/>
              </a:lnSpc>
              <a:spcBef>
                <a:spcPts val="0"/>
              </a:spcBef>
              <a:spcAft>
                <a:spcPts val="0"/>
              </a:spcAft>
              <a:buClr>
                <a:schemeClr val="dk1"/>
              </a:buClr>
              <a:buSzPts val="1200"/>
              <a:buFont typeface="Cairo"/>
              <a:buChar char="○"/>
              <a:defRPr sz="1200">
                <a:solidFill>
                  <a:schemeClr val="dk1"/>
                </a:solidFill>
                <a:latin typeface="Cairo"/>
                <a:ea typeface="Cairo"/>
                <a:cs typeface="Cairo"/>
                <a:sym typeface="Cairo"/>
              </a:defRPr>
            </a:lvl2pPr>
            <a:lvl3pPr marL="1371600" lvl="2" indent="-304800">
              <a:lnSpc>
                <a:spcPct val="100000"/>
              </a:lnSpc>
              <a:spcBef>
                <a:spcPts val="0"/>
              </a:spcBef>
              <a:spcAft>
                <a:spcPts val="0"/>
              </a:spcAft>
              <a:buClr>
                <a:schemeClr val="dk1"/>
              </a:buClr>
              <a:buSzPts val="1200"/>
              <a:buFont typeface="Cairo"/>
              <a:buChar char="■"/>
              <a:defRPr sz="1200">
                <a:solidFill>
                  <a:schemeClr val="dk1"/>
                </a:solidFill>
                <a:latin typeface="Cairo"/>
                <a:ea typeface="Cairo"/>
                <a:cs typeface="Cairo"/>
                <a:sym typeface="Cairo"/>
              </a:defRPr>
            </a:lvl3pPr>
            <a:lvl4pPr marL="1828800" lvl="3" indent="-304800">
              <a:lnSpc>
                <a:spcPct val="100000"/>
              </a:lnSpc>
              <a:spcBef>
                <a:spcPts val="0"/>
              </a:spcBef>
              <a:spcAft>
                <a:spcPts val="0"/>
              </a:spcAft>
              <a:buClr>
                <a:schemeClr val="dk1"/>
              </a:buClr>
              <a:buSzPts val="1200"/>
              <a:buFont typeface="Cairo"/>
              <a:buChar char="●"/>
              <a:defRPr sz="1200">
                <a:solidFill>
                  <a:schemeClr val="dk1"/>
                </a:solidFill>
                <a:latin typeface="Cairo"/>
                <a:ea typeface="Cairo"/>
                <a:cs typeface="Cairo"/>
                <a:sym typeface="Cairo"/>
              </a:defRPr>
            </a:lvl4pPr>
            <a:lvl5pPr marL="2286000" lvl="4" indent="-304800">
              <a:lnSpc>
                <a:spcPct val="100000"/>
              </a:lnSpc>
              <a:spcBef>
                <a:spcPts val="0"/>
              </a:spcBef>
              <a:spcAft>
                <a:spcPts val="0"/>
              </a:spcAft>
              <a:buClr>
                <a:schemeClr val="dk1"/>
              </a:buClr>
              <a:buSzPts val="1200"/>
              <a:buFont typeface="Cairo"/>
              <a:buChar char="○"/>
              <a:defRPr sz="1200">
                <a:solidFill>
                  <a:schemeClr val="dk1"/>
                </a:solidFill>
                <a:latin typeface="Cairo"/>
                <a:ea typeface="Cairo"/>
                <a:cs typeface="Cairo"/>
                <a:sym typeface="Cairo"/>
              </a:defRPr>
            </a:lvl5pPr>
            <a:lvl6pPr marL="2743200" lvl="5" indent="-304800">
              <a:lnSpc>
                <a:spcPct val="100000"/>
              </a:lnSpc>
              <a:spcBef>
                <a:spcPts val="0"/>
              </a:spcBef>
              <a:spcAft>
                <a:spcPts val="0"/>
              </a:spcAft>
              <a:buClr>
                <a:schemeClr val="dk1"/>
              </a:buClr>
              <a:buSzPts val="1200"/>
              <a:buFont typeface="Cairo"/>
              <a:buChar char="■"/>
              <a:defRPr sz="1200">
                <a:solidFill>
                  <a:schemeClr val="dk1"/>
                </a:solidFill>
                <a:latin typeface="Cairo"/>
                <a:ea typeface="Cairo"/>
                <a:cs typeface="Cairo"/>
                <a:sym typeface="Cairo"/>
              </a:defRPr>
            </a:lvl6pPr>
            <a:lvl7pPr marL="3200400" lvl="6" indent="-304800">
              <a:lnSpc>
                <a:spcPct val="100000"/>
              </a:lnSpc>
              <a:spcBef>
                <a:spcPts val="0"/>
              </a:spcBef>
              <a:spcAft>
                <a:spcPts val="0"/>
              </a:spcAft>
              <a:buClr>
                <a:schemeClr val="dk1"/>
              </a:buClr>
              <a:buSzPts val="1200"/>
              <a:buFont typeface="Cairo"/>
              <a:buChar char="●"/>
              <a:defRPr sz="1200">
                <a:solidFill>
                  <a:schemeClr val="dk1"/>
                </a:solidFill>
                <a:latin typeface="Cairo"/>
                <a:ea typeface="Cairo"/>
                <a:cs typeface="Cairo"/>
                <a:sym typeface="Cairo"/>
              </a:defRPr>
            </a:lvl7pPr>
            <a:lvl8pPr marL="3657600" lvl="7" indent="-304800">
              <a:lnSpc>
                <a:spcPct val="100000"/>
              </a:lnSpc>
              <a:spcBef>
                <a:spcPts val="0"/>
              </a:spcBef>
              <a:spcAft>
                <a:spcPts val="0"/>
              </a:spcAft>
              <a:buClr>
                <a:schemeClr val="dk1"/>
              </a:buClr>
              <a:buSzPts val="1200"/>
              <a:buFont typeface="Cairo"/>
              <a:buChar char="○"/>
              <a:defRPr sz="1200">
                <a:solidFill>
                  <a:schemeClr val="dk1"/>
                </a:solidFill>
                <a:latin typeface="Cairo"/>
                <a:ea typeface="Cairo"/>
                <a:cs typeface="Cairo"/>
                <a:sym typeface="Cairo"/>
              </a:defRPr>
            </a:lvl8pPr>
            <a:lvl9pPr marL="4114800" lvl="8" indent="-304800">
              <a:lnSpc>
                <a:spcPct val="100000"/>
              </a:lnSpc>
              <a:spcBef>
                <a:spcPts val="0"/>
              </a:spcBef>
              <a:spcAft>
                <a:spcPts val="0"/>
              </a:spcAft>
              <a:buClr>
                <a:schemeClr val="dk1"/>
              </a:buClr>
              <a:buSzPts val="1200"/>
              <a:buFont typeface="Cairo"/>
              <a:buChar char="■"/>
              <a:defRPr sz="1200">
                <a:solidFill>
                  <a:schemeClr val="dk1"/>
                </a:solidFill>
                <a:latin typeface="Cairo"/>
                <a:ea typeface="Cairo"/>
                <a:cs typeface="Cairo"/>
                <a:sym typeface="Cairo"/>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pic>
        <p:nvPicPr>
          <p:cNvPr id="252" name="Google Shape;252;p29"/>
          <p:cNvPicPr preferRelativeResize="0"/>
          <p:nvPr/>
        </p:nvPicPr>
        <p:blipFill>
          <a:blip r:embed="rId3"/>
          <a:stretch>
            <a:fillRect/>
          </a:stretch>
        </p:blipFill>
        <p:spPr>
          <a:xfrm rot="10800000" flipH="1">
            <a:off x="5738810" y="0"/>
            <a:ext cx="3405191" cy="5143500"/>
          </a:xfrm>
          <a:prstGeom prst="rect">
            <a:avLst/>
          </a:prstGeom>
          <a:noFill/>
          <a:ln>
            <a:noFill/>
          </a:ln>
        </p:spPr>
      </p:pic>
      <p:sp>
        <p:nvSpPr>
          <p:cNvPr id="253" name="Google Shape;253;p29"/>
          <p:cNvSpPr txBox="1">
            <a:spLocks noGrp="1"/>
          </p:cNvSpPr>
          <p:nvPr>
            <p:ph type="ctrTitle"/>
          </p:nvPr>
        </p:nvSpPr>
        <p:spPr>
          <a:xfrm>
            <a:off x="1028700" y="204107"/>
            <a:ext cx="7049861" cy="2815636"/>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br>
              <a:rPr lang="en-US" sz="3200" dirty="0">
                <a:sym typeface="+mn-ea"/>
              </a:rPr>
            </a:br>
            <a:r>
              <a:rPr lang="en-US" sz="2800" dirty="0">
                <a:sym typeface="+mn-ea"/>
              </a:rPr>
              <a:t>Title: Predictive Maintenance in Industrial Machinery using Machine</a:t>
            </a:r>
            <a:br>
              <a:rPr lang="en-US" sz="2800" dirty="0">
                <a:sym typeface="+mn-ea"/>
              </a:rPr>
            </a:br>
            <a:r>
              <a:rPr lang="en-US" sz="2800" dirty="0">
                <a:sym typeface="+mn-ea"/>
              </a:rPr>
              <a:t>Learning</a:t>
            </a:r>
            <a:br>
              <a:rPr lang="en-US" sz="2800" dirty="0">
                <a:sym typeface="+mn-ea"/>
              </a:rPr>
            </a:br>
            <a:r>
              <a:rPr lang="en-US" sz="2800" dirty="0">
                <a:sym typeface="+mn-ea"/>
              </a:rPr>
              <a:t>under the guidance of</a:t>
            </a:r>
            <a:br>
              <a:rPr lang="en-US" sz="2800" dirty="0">
                <a:sym typeface="+mn-ea"/>
              </a:rPr>
            </a:br>
            <a:r>
              <a:rPr lang="en-US" sz="2800" dirty="0">
                <a:sym typeface="+mn-ea"/>
              </a:rPr>
              <a:t>Dr. </a:t>
            </a:r>
            <a:r>
              <a:rPr lang="en-US" sz="2800" dirty="0" err="1">
                <a:sym typeface="+mn-ea"/>
              </a:rPr>
              <a:t>Gujjeti</a:t>
            </a:r>
            <a:r>
              <a:rPr lang="en-US" sz="2800" dirty="0">
                <a:sym typeface="+mn-ea"/>
              </a:rPr>
              <a:t> Nagaraju</a:t>
            </a:r>
            <a:br>
              <a:rPr lang="en-US" sz="3200" dirty="0">
                <a:sym typeface="+mn-ea"/>
              </a:rPr>
            </a:br>
            <a:endParaRPr lang="en-US" sz="3200" dirty="0">
              <a:solidFill>
                <a:schemeClr val="dk1"/>
              </a:solidFill>
              <a:sym typeface="+mn-ea"/>
            </a:endParaRPr>
          </a:p>
        </p:txBody>
      </p:sp>
      <p:sp>
        <p:nvSpPr>
          <p:cNvPr id="254" name="Google Shape;254;p29"/>
          <p:cNvSpPr txBox="1">
            <a:spLocks noGrp="1"/>
          </p:cNvSpPr>
          <p:nvPr>
            <p:ph type="subTitle" idx="1"/>
          </p:nvPr>
        </p:nvSpPr>
        <p:spPr>
          <a:xfrm>
            <a:off x="2402386" y="3019743"/>
            <a:ext cx="4135120" cy="1675765"/>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altLang="en-GB" sz="1400" b="1" dirty="0"/>
              <a:t>DONE BY: BATCH 2 </a:t>
            </a:r>
          </a:p>
          <a:p>
            <a:pPr marL="0" lvl="0" indent="0" algn="ctr" rtl="0">
              <a:spcBef>
                <a:spcPts val="0"/>
              </a:spcBef>
              <a:spcAft>
                <a:spcPts val="0"/>
              </a:spcAft>
              <a:buNone/>
            </a:pPr>
            <a:endParaRPr lang="en-US" altLang="en-GB" sz="1400" dirty="0"/>
          </a:p>
          <a:p>
            <a:pPr algn="ctr"/>
            <a:r>
              <a:rPr lang="en-IN" sz="1400" dirty="0">
                <a:sym typeface="+mn-ea"/>
              </a:rPr>
              <a:t>22071A0239-M.HARSHINI</a:t>
            </a:r>
            <a:endParaRPr lang="en-IN" sz="1400" dirty="0"/>
          </a:p>
          <a:p>
            <a:pPr algn="ctr"/>
            <a:r>
              <a:rPr lang="en-IN" sz="1400" dirty="0">
                <a:sym typeface="+mn-ea"/>
              </a:rPr>
              <a:t>22071A0241-P.JAIDEEP KRISHNA</a:t>
            </a:r>
            <a:endParaRPr lang="en-IN" sz="1400" dirty="0"/>
          </a:p>
          <a:p>
            <a:pPr algn="ctr"/>
            <a:r>
              <a:rPr lang="en-IN" sz="1400" dirty="0">
                <a:sym typeface="+mn-ea"/>
              </a:rPr>
              <a:t>22071A0242-P.R.NIKHIL SAI</a:t>
            </a:r>
            <a:endParaRPr lang="en-IN" sz="1400" dirty="0"/>
          </a:p>
          <a:p>
            <a:pPr algn="ctr"/>
            <a:r>
              <a:rPr lang="en-IN" sz="1400" dirty="0">
                <a:sym typeface="+mn-ea"/>
              </a:rPr>
              <a:t>22071A0249-P.MOKSHAGNA</a:t>
            </a:r>
            <a:endParaRPr lang="en-IN" sz="1400" dirty="0"/>
          </a:p>
          <a:p>
            <a:pPr algn="ctr"/>
            <a:r>
              <a:rPr lang="en-IN" sz="1400" dirty="0">
                <a:sym typeface="+mn-ea"/>
              </a:rPr>
              <a:t>22071A0251-SAMYAK SHAH</a:t>
            </a:r>
            <a:endParaRPr lang="en-IN" altLang="en-GB" sz="1400" dirty="0">
              <a:sym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13" name="Title 12"/>
          <p:cNvSpPr>
            <a:spLocks noGrp="1"/>
          </p:cNvSpPr>
          <p:nvPr>
            <p:ph type="title"/>
          </p:nvPr>
        </p:nvSpPr>
        <p:spPr>
          <a:xfrm>
            <a:off x="395515" y="123080"/>
            <a:ext cx="7704000" cy="572700"/>
          </a:xfrm>
        </p:spPr>
        <p:txBody>
          <a:bodyPr/>
          <a:lstStyle/>
          <a:p>
            <a:r>
              <a:rPr lang="en-US" b="1"/>
              <a:t>ABSTRACT:</a:t>
            </a:r>
          </a:p>
        </p:txBody>
      </p:sp>
      <p:sp>
        <p:nvSpPr>
          <p:cNvPr id="14" name="Text Box 13"/>
          <p:cNvSpPr txBox="1"/>
          <p:nvPr/>
        </p:nvSpPr>
        <p:spPr>
          <a:xfrm>
            <a:off x="323215" y="695960"/>
            <a:ext cx="8478520" cy="4523105"/>
          </a:xfrm>
          <a:prstGeom prst="rect">
            <a:avLst/>
          </a:prstGeom>
          <a:noFill/>
        </p:spPr>
        <p:txBody>
          <a:bodyPr wrap="square" rtlCol="0" anchor="t">
            <a:spAutoFit/>
          </a:bodyPr>
          <a:lstStyle/>
          <a:p>
            <a:pPr marL="0" indent="0" algn="just">
              <a:buNone/>
            </a:pPr>
            <a:r>
              <a:rPr lang="en-US" altLang="en-US" sz="1600" dirty="0">
                <a:solidFill>
                  <a:schemeClr val="bg2">
                    <a:lumMod val="25000"/>
                  </a:schemeClr>
                </a:solidFill>
                <a:latin typeface="Times New Roman" panose="02020603050405020304" charset="0"/>
                <a:cs typeface="Times New Roman" panose="02020603050405020304" charset="0"/>
                <a:sym typeface="+mn-ea"/>
              </a:rPr>
              <a:t>This project presents a machine learning–based predictive maintenance (PdM) system designed to analyze machinery operational data and anticipate maintenance requirements before failures occur. The primary objective of the system is to improve equipment reliability, minimize unplanned downtime, and optimize maintenance scheduling. By adopting predictive maintenance strategies, organizations can significantly reduce costs associated with unexpected breakdowns while enhancing overall operational efficiency.</a:t>
            </a:r>
          </a:p>
          <a:p>
            <a:pPr marL="0" indent="0" algn="just">
              <a:buNone/>
            </a:pPr>
            <a:endParaRPr lang="en-US" altLang="en-US" sz="1600" dirty="0">
              <a:solidFill>
                <a:schemeClr val="bg2">
                  <a:lumMod val="25000"/>
                </a:schemeClr>
              </a:solidFill>
              <a:latin typeface="Times New Roman" panose="02020603050405020304" charset="0"/>
              <a:cs typeface="Times New Roman" panose="02020603050405020304" charset="0"/>
              <a:sym typeface="+mn-ea"/>
            </a:endParaRPr>
          </a:p>
          <a:p>
            <a:pPr marL="0" indent="0" algn="just">
              <a:buNone/>
            </a:pPr>
            <a:r>
              <a:rPr lang="en-US" altLang="en-US" sz="1600" dirty="0">
                <a:solidFill>
                  <a:schemeClr val="bg2">
                    <a:lumMod val="25000"/>
                  </a:schemeClr>
                </a:solidFill>
                <a:latin typeface="Times New Roman" panose="02020603050405020304" charset="0"/>
                <a:cs typeface="Times New Roman" panose="02020603050405020304" charset="0"/>
                <a:sym typeface="+mn-ea"/>
              </a:rPr>
              <a:t>The proposed framework for implementing the ML-driven PdM system consists of several structured stages. Initially, data is collected from a publicly available Kaggle dataset containing key operational parameters of machinery. This data then undergoes preprocessing, which includes cleaning, normalization, and handling missing values to ensure high data quality and consistency. Feature engineering is subsequently performed to extract and select meaningful features that contribute to improved model performance.</a:t>
            </a:r>
          </a:p>
          <a:p>
            <a:pPr marL="0" indent="0" algn="just">
              <a:buNone/>
            </a:pPr>
            <a:r>
              <a:rPr lang="en-US" altLang="en-US" sz="1600" dirty="0">
                <a:solidFill>
                  <a:schemeClr val="bg2">
                    <a:lumMod val="25000"/>
                  </a:schemeClr>
                </a:solidFill>
                <a:latin typeface="Times New Roman" panose="02020603050405020304" charset="0"/>
                <a:cs typeface="Times New Roman" panose="02020603050405020304" charset="0"/>
                <a:sym typeface="+mn-ea"/>
              </a:rPr>
              <a:t>Following this, multiple machine learning algorithms are evaluated during the model selection phase to identify the most suitable model based on defined performance metrics. Finally, the selected model is rigorously evaluated to verify its accuracy, robustness, and reliability in predicting maintenance needs. This systematic approach ensures an effective and scalable predictive maintenance solution suitable for real-world industrial applications.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C20952-1638-4AC5-7521-200E419F28A0}"/>
              </a:ext>
            </a:extLst>
          </p:cNvPr>
          <p:cNvSpPr>
            <a:spLocks noGrp="1"/>
          </p:cNvSpPr>
          <p:nvPr>
            <p:ph type="title"/>
          </p:nvPr>
        </p:nvSpPr>
        <p:spPr/>
        <p:txBody>
          <a:bodyPr/>
          <a:lstStyle/>
          <a:p>
            <a:endParaRPr lang="en-IN" dirty="0"/>
          </a:p>
        </p:txBody>
      </p:sp>
      <p:graphicFrame>
        <p:nvGraphicFramePr>
          <p:cNvPr id="3" name="Table 2">
            <a:extLst>
              <a:ext uri="{FF2B5EF4-FFF2-40B4-BE49-F238E27FC236}">
                <a16:creationId xmlns:a16="http://schemas.microsoft.com/office/drawing/2014/main" id="{E810686C-35E6-CB8A-4371-B0DB43D7B936}"/>
              </a:ext>
            </a:extLst>
          </p:cNvPr>
          <p:cNvGraphicFramePr>
            <a:graphicFrameLocks noGrp="1"/>
          </p:cNvGraphicFramePr>
          <p:nvPr>
            <p:extLst>
              <p:ext uri="{D42A27DB-BD31-4B8C-83A1-F6EECF244321}">
                <p14:modId xmlns:p14="http://schemas.microsoft.com/office/powerpoint/2010/main" val="2435831426"/>
              </p:ext>
            </p:extLst>
          </p:nvPr>
        </p:nvGraphicFramePr>
        <p:xfrm>
          <a:off x="138793" y="130392"/>
          <a:ext cx="8866414" cy="5013108"/>
        </p:xfrm>
        <a:graphic>
          <a:graphicData uri="http://schemas.openxmlformats.org/drawingml/2006/table">
            <a:tbl>
              <a:tblPr firstRow="1" bandRow="1">
                <a:tableStyleId>{5C22544A-7EE6-4342-B048-85BDC9FD1C3A}</a:tableStyleId>
              </a:tblPr>
              <a:tblGrid>
                <a:gridCol w="508655">
                  <a:extLst>
                    <a:ext uri="{9D8B030D-6E8A-4147-A177-3AD203B41FA5}">
                      <a16:colId xmlns:a16="http://schemas.microsoft.com/office/drawing/2014/main" val="3249669248"/>
                    </a:ext>
                  </a:extLst>
                </a:gridCol>
                <a:gridCol w="1210253">
                  <a:extLst>
                    <a:ext uri="{9D8B030D-6E8A-4147-A177-3AD203B41FA5}">
                      <a16:colId xmlns:a16="http://schemas.microsoft.com/office/drawing/2014/main" val="2891435624"/>
                    </a:ext>
                  </a:extLst>
                </a:gridCol>
                <a:gridCol w="1068662">
                  <a:extLst>
                    <a:ext uri="{9D8B030D-6E8A-4147-A177-3AD203B41FA5}">
                      <a16:colId xmlns:a16="http://schemas.microsoft.com/office/drawing/2014/main" val="1315574855"/>
                    </a:ext>
                  </a:extLst>
                </a:gridCol>
                <a:gridCol w="1097713">
                  <a:extLst>
                    <a:ext uri="{9D8B030D-6E8A-4147-A177-3AD203B41FA5}">
                      <a16:colId xmlns:a16="http://schemas.microsoft.com/office/drawing/2014/main" val="3154559489"/>
                    </a:ext>
                  </a:extLst>
                </a:gridCol>
                <a:gridCol w="1310886">
                  <a:extLst>
                    <a:ext uri="{9D8B030D-6E8A-4147-A177-3AD203B41FA5}">
                      <a16:colId xmlns:a16="http://schemas.microsoft.com/office/drawing/2014/main" val="4112157359"/>
                    </a:ext>
                  </a:extLst>
                </a:gridCol>
                <a:gridCol w="1254900">
                  <a:extLst>
                    <a:ext uri="{9D8B030D-6E8A-4147-A177-3AD203B41FA5}">
                      <a16:colId xmlns:a16="http://schemas.microsoft.com/office/drawing/2014/main" val="3347314302"/>
                    </a:ext>
                  </a:extLst>
                </a:gridCol>
                <a:gridCol w="1254900">
                  <a:extLst>
                    <a:ext uri="{9D8B030D-6E8A-4147-A177-3AD203B41FA5}">
                      <a16:colId xmlns:a16="http://schemas.microsoft.com/office/drawing/2014/main" val="3542650474"/>
                    </a:ext>
                  </a:extLst>
                </a:gridCol>
                <a:gridCol w="1160445">
                  <a:extLst>
                    <a:ext uri="{9D8B030D-6E8A-4147-A177-3AD203B41FA5}">
                      <a16:colId xmlns:a16="http://schemas.microsoft.com/office/drawing/2014/main" val="1760603095"/>
                    </a:ext>
                  </a:extLst>
                </a:gridCol>
              </a:tblGrid>
              <a:tr h="938927">
                <a:tc>
                  <a:txBody>
                    <a:bodyPr/>
                    <a:lstStyle/>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dirty="0" err="1">
                          <a:latin typeface="Times New Roman" panose="02020603050405020304" pitchFamily="18" charset="0"/>
                          <a:cs typeface="Times New Roman" panose="02020603050405020304" pitchFamily="18" charset="0"/>
                        </a:rPr>
                        <a:t>S.No</a:t>
                      </a:r>
                      <a:endParaRPr lang="en-IN" dirty="0">
                        <a:latin typeface="Times New Roman" panose="02020603050405020304" pitchFamily="18" charset="0"/>
                        <a:cs typeface="Times New Roman" panose="02020603050405020304" pitchFamily="18" charset="0"/>
                      </a:endParaRPr>
                    </a:p>
                  </a:txBody>
                  <a:tcPr/>
                </a:tc>
                <a:tc>
                  <a:txBody>
                    <a:bodyPr/>
                    <a:lstStyle/>
                    <a:p>
                      <a:pPr algn="l" rtl="0" fontAlgn="ctr">
                        <a:buNone/>
                      </a:pPr>
                      <a:r>
                        <a:rPr lang="en-IN" sz="1600" u="none" strike="noStrike" dirty="0">
                          <a:effectLst/>
                          <a:latin typeface="Times New Roman" panose="02020603050405020304" pitchFamily="18" charset="0"/>
                          <a:cs typeface="Times New Roman" panose="02020603050405020304" pitchFamily="18" charset="0"/>
                        </a:rPr>
                        <a:t>Title of Paper</a:t>
                      </a:r>
                      <a:endParaRPr lang="en-IN" sz="1600" b="1"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nchor="ctr"/>
                </a:tc>
                <a:tc>
                  <a:txBody>
                    <a:bodyPr/>
                    <a:lstStyle/>
                    <a:p>
                      <a:pPr algn="l" rtl="0" fontAlgn="ctr">
                        <a:buNone/>
                      </a:pPr>
                      <a:r>
                        <a:rPr lang="en-IN" sz="1600" u="none" strike="noStrike" dirty="0">
                          <a:effectLst/>
                          <a:latin typeface="Times New Roman" panose="02020603050405020304" pitchFamily="18" charset="0"/>
                          <a:cs typeface="Times New Roman" panose="02020603050405020304" pitchFamily="18" charset="0"/>
                        </a:rPr>
                        <a:t>Title of Journal / Conference</a:t>
                      </a:r>
                      <a:endParaRPr lang="en-IN" sz="1600" b="1"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nchor="ctr"/>
                </a:tc>
                <a:tc>
                  <a:txBody>
                    <a:bodyPr/>
                    <a:lstStyle/>
                    <a:p>
                      <a:pPr algn="l" rtl="0" fontAlgn="ctr">
                        <a:buNone/>
                      </a:pPr>
                      <a:r>
                        <a:rPr lang="en-IN" sz="1600" u="none" strike="noStrike" dirty="0">
                          <a:effectLst/>
                          <a:latin typeface="Times New Roman" panose="02020603050405020304" pitchFamily="18" charset="0"/>
                          <a:cs typeface="Times New Roman" panose="02020603050405020304" pitchFamily="18" charset="0"/>
                        </a:rPr>
                        <a:t>Reference with DOI</a:t>
                      </a:r>
                      <a:endParaRPr lang="en-IN" sz="1600" b="1"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nchor="ctr"/>
                </a:tc>
                <a:tc>
                  <a:txBody>
                    <a:bodyPr/>
                    <a:lstStyle/>
                    <a:p>
                      <a:pPr algn="l" rtl="0" fontAlgn="ctr">
                        <a:buNone/>
                      </a:pPr>
                      <a:r>
                        <a:rPr lang="en-IN" sz="1600" u="none" strike="noStrike" dirty="0">
                          <a:effectLst/>
                          <a:latin typeface="Times New Roman" panose="02020603050405020304" pitchFamily="18" charset="0"/>
                          <a:cs typeface="Times New Roman" panose="02020603050405020304" pitchFamily="18" charset="0"/>
                        </a:rPr>
                        <a:t>Gap Addressed</a:t>
                      </a:r>
                      <a:endParaRPr lang="en-IN" sz="1600" b="1"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nchor="ctr"/>
                </a:tc>
                <a:tc>
                  <a:txBody>
                    <a:bodyPr/>
                    <a:lstStyle/>
                    <a:p>
                      <a:pPr algn="l" rtl="0" fontAlgn="ctr">
                        <a:buNone/>
                      </a:pPr>
                      <a:r>
                        <a:rPr lang="en-IN" sz="1600" u="none" strike="noStrike" dirty="0">
                          <a:effectLst/>
                          <a:latin typeface="Times New Roman" panose="02020603050405020304" pitchFamily="18" charset="0"/>
                          <a:cs typeface="Times New Roman" panose="02020603050405020304" pitchFamily="18" charset="0"/>
                        </a:rPr>
                        <a:t>Objective of Research</a:t>
                      </a:r>
                      <a:endParaRPr lang="en-IN" sz="1600" b="1"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nchor="ctr"/>
                </a:tc>
                <a:tc>
                  <a:txBody>
                    <a:bodyPr/>
                    <a:lstStyle/>
                    <a:p>
                      <a:pPr algn="l" rtl="0" fontAlgn="ctr">
                        <a:buNone/>
                      </a:pPr>
                      <a:r>
                        <a:rPr lang="en-US" sz="1600" u="none" strike="noStrike" dirty="0">
                          <a:effectLst/>
                          <a:latin typeface="Times New Roman" panose="02020603050405020304" pitchFamily="18" charset="0"/>
                          <a:cs typeface="Times New Roman" panose="02020603050405020304" pitchFamily="18" charset="0"/>
                        </a:rPr>
                        <a:t>Focus of the Paper (Methodology Used)</a:t>
                      </a:r>
                      <a:endParaRPr lang="en-US" sz="1600" b="1"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nchor="ctr"/>
                </a:tc>
                <a:tc>
                  <a:txBody>
                    <a:bodyPr/>
                    <a:lstStyle/>
                    <a:p>
                      <a:pPr algn="l" rtl="0" fontAlgn="ctr">
                        <a:buNone/>
                      </a:pPr>
                      <a:r>
                        <a:rPr lang="en-IN" sz="1600" u="none" strike="noStrike" dirty="0">
                          <a:effectLst/>
                          <a:latin typeface="Times New Roman" panose="02020603050405020304" pitchFamily="18" charset="0"/>
                          <a:cs typeface="Times New Roman" panose="02020603050405020304" pitchFamily="18" charset="0"/>
                        </a:rPr>
                        <a:t>Summary in One Line</a:t>
                      </a:r>
                      <a:endParaRPr lang="en-IN" sz="1600" b="1"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nchor="ctr"/>
                </a:tc>
                <a:extLst>
                  <a:ext uri="{0D108BD9-81ED-4DB2-BD59-A6C34878D82A}">
                    <a16:rowId xmlns:a16="http://schemas.microsoft.com/office/drawing/2014/main" val="802805793"/>
                  </a:ext>
                </a:extLst>
              </a:tr>
              <a:tr h="1581061">
                <a:tc>
                  <a:txBody>
                    <a:bodyPr/>
                    <a:lstStyle/>
                    <a:p>
                      <a:r>
                        <a:rPr lang="en-US" dirty="0">
                          <a:latin typeface="Times New Roman" panose="02020603050405020304" pitchFamily="18" charset="0"/>
                          <a:cs typeface="Times New Roman" panose="02020603050405020304" pitchFamily="18" charset="0"/>
                        </a:rPr>
                        <a:t>1.</a:t>
                      </a:r>
                      <a:endParaRPr lang="en-IN" dirty="0">
                        <a:latin typeface="Times New Roman" panose="02020603050405020304" pitchFamily="18" charset="0"/>
                        <a:cs typeface="Times New Roman" panose="02020603050405020304" pitchFamily="18" charset="0"/>
                      </a:endParaRPr>
                    </a:p>
                  </a:txBody>
                  <a:tcPr/>
                </a:tc>
                <a:tc>
                  <a:txBody>
                    <a:bodyPr/>
                    <a:lstStyle/>
                    <a:p>
                      <a:pPr algn="l" rtl="0" fontAlgn="ctr">
                        <a:buNone/>
                      </a:pPr>
                      <a:r>
                        <a:rPr lang="en-US" sz="1800" b="0" i="0" u="none" strike="noStrike" dirty="0">
                          <a:solidFill>
                            <a:srgbClr val="1F1F1F"/>
                          </a:solidFill>
                          <a:effectLst/>
                          <a:latin typeface="Times New Roman" panose="02020603050405020304" pitchFamily="18" charset="0"/>
                          <a:cs typeface="Times New Roman" panose="02020603050405020304" pitchFamily="18" charset="0"/>
                        </a:rPr>
                        <a:t>A Review of Predictive Maintenance Techniques</a:t>
                      </a:r>
                    </a:p>
                  </a:txBody>
                  <a:tcPr marL="61563" marR="5130" marT="5130" marB="0"/>
                </a:tc>
                <a:tc>
                  <a:txBody>
                    <a:bodyPr/>
                    <a:lstStyle/>
                    <a:p>
                      <a:pPr algn="l" rtl="0" fontAlgn="ctr">
                        <a:buNone/>
                      </a:pPr>
                      <a:r>
                        <a:rPr lang="en-IN" sz="1800" b="0" i="0" u="none" strike="noStrike" dirty="0">
                          <a:solidFill>
                            <a:srgbClr val="1F1F1F"/>
                          </a:solidFill>
                          <a:effectLst/>
                          <a:latin typeface="Times New Roman" panose="02020603050405020304" pitchFamily="18" charset="0"/>
                          <a:cs typeface="Times New Roman" panose="02020603050405020304" pitchFamily="18" charset="0"/>
                        </a:rPr>
                        <a:t>IEEE Access</a:t>
                      </a:r>
                    </a:p>
                  </a:txBody>
                  <a:tcPr marL="61563" marR="5130" marT="5130" marB="0"/>
                </a:tc>
                <a:tc>
                  <a:txBody>
                    <a:bodyPr/>
                    <a:lstStyle/>
                    <a:p>
                      <a:pPr algn="l" rtl="0" fontAlgn="ctr">
                        <a:buNone/>
                      </a:pPr>
                      <a:r>
                        <a:rPr lang="en-IN" sz="1800" dirty="0">
                          <a:latin typeface="Times New Roman" panose="02020603050405020304" pitchFamily="18" charset="0"/>
                          <a:cs typeface="Times New Roman" panose="02020603050405020304" pitchFamily="18" charset="0"/>
                        </a:rPr>
                        <a:t>10.1109/ACCESS.2017.2764721</a:t>
                      </a:r>
                      <a:endParaRPr lang="en-IN" sz="1800" b="0"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tc>
                <a:tc>
                  <a:txBody>
                    <a:bodyPr/>
                    <a:lstStyle/>
                    <a:p>
                      <a:pPr algn="l" rtl="0" fontAlgn="ctr">
                        <a:buNone/>
                      </a:pPr>
                      <a:r>
                        <a:rPr lang="en-US" sz="1800" b="0" i="0" u="none" strike="noStrike" dirty="0">
                          <a:solidFill>
                            <a:srgbClr val="1F1F1F"/>
                          </a:solidFill>
                          <a:effectLst/>
                          <a:latin typeface="Times New Roman" panose="02020603050405020304" pitchFamily="18" charset="0"/>
                          <a:cs typeface="Times New Roman" panose="02020603050405020304" pitchFamily="18" charset="0"/>
                        </a:rPr>
                        <a:t>Reactive maintenance causes downtime</a:t>
                      </a:r>
                    </a:p>
                  </a:txBody>
                  <a:tcPr marL="61563" marR="5130" marT="5130" marB="0"/>
                </a:tc>
                <a:tc>
                  <a:txBody>
                    <a:bodyPr/>
                    <a:lstStyle/>
                    <a:p>
                      <a:pPr algn="l" rtl="0" fontAlgn="ctr">
                        <a:buNone/>
                      </a:pPr>
                      <a:r>
                        <a:rPr lang="en-IN" sz="1800" kern="1200" dirty="0">
                          <a:solidFill>
                            <a:schemeClr val="dk1"/>
                          </a:solidFill>
                          <a:effectLst/>
                          <a:latin typeface="Times New Roman" panose="02020603050405020304" pitchFamily="18" charset="0"/>
                          <a:ea typeface="+mn-ea"/>
                          <a:cs typeface="Times New Roman" panose="02020603050405020304" pitchFamily="18" charset="0"/>
                        </a:rPr>
                        <a:t>Study </a:t>
                      </a:r>
                      <a:r>
                        <a:rPr lang="en-IN" sz="1800" kern="1200" dirty="0" err="1">
                          <a:solidFill>
                            <a:schemeClr val="dk1"/>
                          </a:solidFill>
                          <a:effectLst/>
                          <a:latin typeface="Times New Roman" panose="02020603050405020304" pitchFamily="18" charset="0"/>
                          <a:ea typeface="+mn-ea"/>
                          <a:cs typeface="Times New Roman" panose="02020603050405020304" pitchFamily="18" charset="0"/>
                        </a:rPr>
                        <a:t>PdM</a:t>
                      </a:r>
                      <a:r>
                        <a:rPr lang="en-IN" sz="1800" kern="1200" dirty="0">
                          <a:solidFill>
                            <a:schemeClr val="dk1"/>
                          </a:solidFill>
                          <a:effectLst/>
                          <a:latin typeface="Times New Roman" panose="02020603050405020304" pitchFamily="18" charset="0"/>
                          <a:ea typeface="+mn-ea"/>
                          <a:cs typeface="Times New Roman" panose="02020603050405020304" pitchFamily="18" charset="0"/>
                        </a:rPr>
                        <a:t> techniques</a:t>
                      </a:r>
                      <a:endParaRPr lang="en-US" sz="1600" b="0"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tc>
                <a:tc>
                  <a:txBody>
                    <a:bodyPr/>
                    <a:lstStyle/>
                    <a:p>
                      <a:pPr algn="l" rtl="0" fontAlgn="ctr">
                        <a:buNone/>
                      </a:pPr>
                      <a:r>
                        <a:rPr lang="en-US" sz="1800" b="0" i="0" u="none" strike="noStrike" dirty="0">
                          <a:solidFill>
                            <a:srgbClr val="1F1F1F"/>
                          </a:solidFill>
                          <a:effectLst/>
                          <a:latin typeface="Times New Roman" panose="02020603050405020304" pitchFamily="18" charset="0"/>
                          <a:cs typeface="Times New Roman" panose="02020603050405020304" pitchFamily="18" charset="0"/>
                        </a:rPr>
                        <a:t>Review of statistical &amp; ML methods</a:t>
                      </a:r>
                    </a:p>
                  </a:txBody>
                  <a:tcPr marL="61563" marR="5130" marT="5130" marB="0"/>
                </a:tc>
                <a:tc>
                  <a:txBody>
                    <a:bodyPr/>
                    <a:lstStyle/>
                    <a:p>
                      <a:pPr algn="l" rtl="0" fontAlgn="ctr">
                        <a:buNone/>
                      </a:pPr>
                      <a:r>
                        <a:rPr lang="en-US" sz="1800" b="0" i="0" u="none" strike="noStrike" dirty="0">
                          <a:solidFill>
                            <a:srgbClr val="1F1F1F"/>
                          </a:solidFill>
                          <a:effectLst/>
                          <a:latin typeface="Times New Roman" panose="02020603050405020304" pitchFamily="18" charset="0"/>
                          <a:cs typeface="Times New Roman" panose="02020603050405020304" pitchFamily="18" charset="0"/>
                        </a:rPr>
                        <a:t>Surveys </a:t>
                      </a:r>
                      <a:r>
                        <a:rPr lang="en-US" sz="1800" b="0" i="0" u="none" strike="noStrike" dirty="0" err="1">
                          <a:solidFill>
                            <a:srgbClr val="1F1F1F"/>
                          </a:solidFill>
                          <a:effectLst/>
                          <a:latin typeface="Times New Roman" panose="02020603050405020304" pitchFamily="18" charset="0"/>
                          <a:cs typeface="Times New Roman" panose="02020603050405020304" pitchFamily="18" charset="0"/>
                        </a:rPr>
                        <a:t>PdM</a:t>
                      </a:r>
                      <a:r>
                        <a:rPr lang="en-US" sz="1800" b="0" i="0" u="none" strike="noStrike" dirty="0">
                          <a:solidFill>
                            <a:srgbClr val="1F1F1F"/>
                          </a:solidFill>
                          <a:effectLst/>
                          <a:latin typeface="Times New Roman" panose="02020603050405020304" pitchFamily="18" charset="0"/>
                          <a:cs typeface="Times New Roman" panose="02020603050405020304" pitchFamily="18" charset="0"/>
                        </a:rPr>
                        <a:t> approaches and benefits</a:t>
                      </a:r>
                    </a:p>
                  </a:txBody>
                  <a:tcPr marL="61563" marR="5130" marT="5130" marB="0"/>
                </a:tc>
                <a:extLst>
                  <a:ext uri="{0D108BD9-81ED-4DB2-BD59-A6C34878D82A}">
                    <a16:rowId xmlns:a16="http://schemas.microsoft.com/office/drawing/2014/main" val="100481489"/>
                  </a:ext>
                </a:extLst>
              </a:tr>
              <a:tr h="2280612">
                <a:tc>
                  <a:txBody>
                    <a:bodyPr/>
                    <a:lstStyle/>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2.</a:t>
                      </a:r>
                      <a:endParaRPr lang="en-IN" dirty="0">
                        <a:latin typeface="Times New Roman" panose="02020603050405020304" pitchFamily="18" charset="0"/>
                        <a:cs typeface="Times New Roman" panose="02020603050405020304" pitchFamily="18" charset="0"/>
                      </a:endParaRPr>
                    </a:p>
                  </a:txBody>
                  <a:tcPr/>
                </a:tc>
                <a:tc>
                  <a:txBody>
                    <a:bodyPr/>
                    <a:lstStyle/>
                    <a:p>
                      <a:pPr>
                        <a:lnSpc>
                          <a:spcPct val="107000"/>
                        </a:lnSpc>
                        <a:spcAft>
                          <a:spcPts val="800"/>
                        </a:spcAft>
                        <a:buNone/>
                      </a:pP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Machine Learning for Predictive Maintenance</a:t>
                      </a:r>
                    </a:p>
                    <a:p>
                      <a:pPr>
                        <a:lnSpc>
                          <a:spcPct val="107000"/>
                        </a:lnSpc>
                        <a:spcAft>
                          <a:spcPts val="800"/>
                        </a:spcAft>
                        <a:buNone/>
                      </a:pP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Reliability Engineering &amp; System Safety</a:t>
                      </a:r>
                    </a:p>
                    <a:p>
                      <a:pPr>
                        <a:lnSpc>
                          <a:spcPct val="107000"/>
                        </a:lnSpc>
                        <a:spcAft>
                          <a:spcPts val="800"/>
                        </a:spcAft>
                        <a:buNone/>
                      </a:pP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gn="l" rtl="0" fontAlgn="ctr">
                        <a:buNone/>
                      </a:pPr>
                      <a:endParaRPr lang="en-IN" sz="2000" b="0" i="0" u="none" strike="noStrike" dirty="0">
                        <a:solidFill>
                          <a:srgbClr val="1F1F1F"/>
                        </a:solidFill>
                        <a:effectLst/>
                        <a:latin typeface="Times New Roman" panose="02020603050405020304" pitchFamily="18" charset="0"/>
                        <a:cs typeface="Times New Roman" panose="02020603050405020304" pitchFamily="18" charset="0"/>
                      </a:endParaRPr>
                    </a:p>
                    <a:p>
                      <a:pPr algn="l" rtl="0" fontAlgn="ctr">
                        <a:buNone/>
                      </a:pPr>
                      <a:endParaRPr lang="en-IN" sz="2000" b="0" i="0" u="none" strike="noStrike" dirty="0">
                        <a:solidFill>
                          <a:srgbClr val="1F1F1F"/>
                        </a:solidFill>
                        <a:effectLst/>
                        <a:latin typeface="Times New Roman" panose="02020603050405020304" pitchFamily="18" charset="0"/>
                        <a:cs typeface="Times New Roman" panose="02020603050405020304" pitchFamily="18" charset="0"/>
                      </a:endParaRPr>
                    </a:p>
                    <a:p>
                      <a:pPr algn="l" rtl="0" fontAlgn="ctr">
                        <a:buNone/>
                      </a:pPr>
                      <a:r>
                        <a:rPr lang="en-IN" sz="2000" b="0" i="0" u="none" strike="noStrike" dirty="0">
                          <a:solidFill>
                            <a:srgbClr val="1F1F1F"/>
                          </a:solidFill>
                          <a:effectLst/>
                          <a:latin typeface="Times New Roman" panose="02020603050405020304" pitchFamily="18" charset="0"/>
                          <a:cs typeface="Times New Roman" panose="02020603050405020304" pitchFamily="18" charset="0"/>
                        </a:rPr>
                        <a:t>10.1016/j.ress.2016.11.021</a:t>
                      </a:r>
                    </a:p>
                  </a:txBody>
                  <a:tcPr marL="61563" marR="5130" marT="5130" marB="0"/>
                </a:tc>
                <a:tc>
                  <a:txBody>
                    <a:bodyPr/>
                    <a:lstStyle/>
                    <a:p>
                      <a:pPr algn="l" rtl="0" fontAlgn="ctr">
                        <a:buNone/>
                      </a:pPr>
                      <a:endParaRPr lang="en-US" sz="1800" b="0" i="0" u="none" strike="noStrike" dirty="0">
                        <a:solidFill>
                          <a:srgbClr val="1F1F1F"/>
                        </a:solidFill>
                        <a:effectLst/>
                        <a:latin typeface="Times New Roman" panose="02020603050405020304" pitchFamily="18" charset="0"/>
                        <a:cs typeface="Times New Roman" panose="02020603050405020304" pitchFamily="18" charset="0"/>
                      </a:endParaRPr>
                    </a:p>
                    <a:p>
                      <a:pPr algn="l" rtl="0" fontAlgn="ctr">
                        <a:buNone/>
                      </a:pPr>
                      <a:endParaRPr lang="en-US" sz="1800" b="0" i="0" u="none" strike="noStrike" dirty="0">
                        <a:solidFill>
                          <a:srgbClr val="1F1F1F"/>
                        </a:solidFill>
                        <a:effectLst/>
                        <a:latin typeface="Times New Roman" panose="02020603050405020304" pitchFamily="18" charset="0"/>
                        <a:cs typeface="Times New Roman" panose="02020603050405020304" pitchFamily="18" charset="0"/>
                      </a:endParaRPr>
                    </a:p>
                    <a:p>
                      <a:pPr algn="l" rtl="0" fontAlgn="ctr">
                        <a:buNone/>
                      </a:pPr>
                      <a:r>
                        <a:rPr lang="en-US" sz="1800" b="0" i="0" u="none" strike="noStrike" dirty="0">
                          <a:solidFill>
                            <a:srgbClr val="1F1F1F"/>
                          </a:solidFill>
                          <a:effectLst/>
                          <a:latin typeface="Times New Roman" panose="02020603050405020304" pitchFamily="18" charset="0"/>
                          <a:cs typeface="Times New Roman" panose="02020603050405020304" pitchFamily="18" charset="0"/>
                        </a:rPr>
                        <a:t>Inefficient fault prediction</a:t>
                      </a:r>
                    </a:p>
                    <a:p>
                      <a:pPr algn="l" rtl="0" fontAlgn="ctr">
                        <a:buNone/>
                      </a:pPr>
                      <a:endParaRPr lang="en-US" sz="1800" b="0" i="0" u="none" strike="noStrike" dirty="0">
                        <a:solidFill>
                          <a:srgbClr val="1F1F1F"/>
                        </a:solidFill>
                        <a:effectLst/>
                        <a:latin typeface="Times New Roman" panose="02020603050405020304" pitchFamily="18" charset="0"/>
                        <a:cs typeface="Times New Roman" panose="02020603050405020304" pitchFamily="18" charset="0"/>
                      </a:endParaRPr>
                    </a:p>
                    <a:p>
                      <a:pPr algn="l" rtl="0" fontAlgn="ctr">
                        <a:buNone/>
                      </a:pPr>
                      <a:endParaRPr lang="en-US" sz="1800" b="0"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tc>
                <a:tc>
                  <a:txBody>
                    <a:bodyPr/>
                    <a:lstStyle/>
                    <a:p>
                      <a:pPr>
                        <a:lnSpc>
                          <a:spcPct val="107000"/>
                        </a:lnSpc>
                        <a:spcAft>
                          <a:spcPts val="800"/>
                        </a:spcAft>
                        <a:buNone/>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Apply ML for failure prediction</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gn="l" rtl="0" fontAlgn="ctr">
                        <a:buNone/>
                      </a:pPr>
                      <a:endParaRPr lang="en-IN" sz="1800" kern="1200" dirty="0">
                        <a:solidFill>
                          <a:schemeClr val="dk1"/>
                        </a:solidFill>
                        <a:effectLst/>
                        <a:latin typeface="+mn-lt"/>
                        <a:ea typeface="+mn-ea"/>
                        <a:cs typeface="+mn-cs"/>
                      </a:endParaRPr>
                    </a:p>
                    <a:p>
                      <a:pPr algn="l" rtl="0" fontAlgn="ctr">
                        <a:buNone/>
                      </a:pPr>
                      <a:endParaRPr lang="en-IN" sz="1800" kern="1200" dirty="0">
                        <a:solidFill>
                          <a:schemeClr val="dk1"/>
                        </a:solidFill>
                        <a:effectLst/>
                        <a:latin typeface="+mn-lt"/>
                        <a:ea typeface="+mn-ea"/>
                        <a:cs typeface="+mn-cs"/>
                      </a:endParaRPr>
                    </a:p>
                    <a:p>
                      <a:pPr algn="l" rtl="0" fontAlgn="ctr">
                        <a:buNone/>
                      </a:pPr>
                      <a:r>
                        <a:rPr lang="en-IN" sz="1800" kern="1200" dirty="0">
                          <a:solidFill>
                            <a:schemeClr val="dk1"/>
                          </a:solidFill>
                          <a:effectLst/>
                          <a:latin typeface="+mn-lt"/>
                          <a:ea typeface="+mn-ea"/>
                          <a:cs typeface="+mn-cs"/>
                        </a:rPr>
                        <a:t>SVM, ANN analysis</a:t>
                      </a:r>
                      <a:endParaRPr lang="en-US" sz="1600" b="0"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tc>
                <a:tc>
                  <a:txBody>
                    <a:bodyPr/>
                    <a:lstStyle/>
                    <a:p>
                      <a:pPr algn="l" rtl="0" fontAlgn="ctr">
                        <a:buNone/>
                      </a:pPr>
                      <a:endParaRPr lang="en-US" sz="1800" b="0" i="0" u="none" strike="noStrike" dirty="0">
                        <a:solidFill>
                          <a:srgbClr val="1F1F1F"/>
                        </a:solidFill>
                        <a:effectLst/>
                        <a:latin typeface="Times New Roman" panose="02020603050405020304" pitchFamily="18" charset="0"/>
                        <a:cs typeface="Times New Roman" panose="02020603050405020304" pitchFamily="18" charset="0"/>
                      </a:endParaRPr>
                    </a:p>
                    <a:p>
                      <a:pPr algn="l" rtl="0" fontAlgn="ctr">
                        <a:buNone/>
                      </a:pPr>
                      <a:endParaRPr lang="en-US" sz="1800" b="0" i="0" u="none" strike="noStrike" dirty="0">
                        <a:solidFill>
                          <a:srgbClr val="1F1F1F"/>
                        </a:solidFill>
                        <a:effectLst/>
                        <a:latin typeface="Times New Roman" panose="02020603050405020304" pitchFamily="18" charset="0"/>
                        <a:cs typeface="Times New Roman" panose="02020603050405020304" pitchFamily="18" charset="0"/>
                      </a:endParaRPr>
                    </a:p>
                    <a:p>
                      <a:pPr algn="l" rtl="0" fontAlgn="ctr">
                        <a:buNone/>
                      </a:pPr>
                      <a:r>
                        <a:rPr lang="en-US" sz="1800" b="0" i="0" u="none" strike="noStrike" dirty="0">
                          <a:solidFill>
                            <a:srgbClr val="1F1F1F"/>
                          </a:solidFill>
                          <a:effectLst/>
                          <a:latin typeface="Times New Roman" panose="02020603050405020304" pitchFamily="18" charset="0"/>
                          <a:cs typeface="Times New Roman" panose="02020603050405020304" pitchFamily="18" charset="0"/>
                        </a:rPr>
                        <a:t>ML improves fault prediction accuracy</a:t>
                      </a:r>
                    </a:p>
                  </a:txBody>
                  <a:tcPr marL="61563" marR="5130" marT="5130" marB="0"/>
                </a:tc>
                <a:extLst>
                  <a:ext uri="{0D108BD9-81ED-4DB2-BD59-A6C34878D82A}">
                    <a16:rowId xmlns:a16="http://schemas.microsoft.com/office/drawing/2014/main" val="2836681403"/>
                  </a:ext>
                </a:extLst>
              </a:tr>
            </a:tbl>
          </a:graphicData>
        </a:graphic>
      </p:graphicFrame>
    </p:spTree>
    <p:extLst>
      <p:ext uri="{BB962C8B-B14F-4D97-AF65-F5344CB8AC3E}">
        <p14:creationId xmlns:p14="http://schemas.microsoft.com/office/powerpoint/2010/main" val="33289674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1A47D-38C6-9628-75FC-D2BA27AC96E9}"/>
              </a:ext>
            </a:extLst>
          </p:cNvPr>
          <p:cNvSpPr>
            <a:spLocks noGrp="1"/>
          </p:cNvSpPr>
          <p:nvPr>
            <p:ph type="title"/>
          </p:nvPr>
        </p:nvSpPr>
        <p:spPr/>
        <p:txBody>
          <a:bodyPr/>
          <a:lstStyle/>
          <a:p>
            <a:endParaRPr lang="en-IN"/>
          </a:p>
        </p:txBody>
      </p:sp>
      <p:graphicFrame>
        <p:nvGraphicFramePr>
          <p:cNvPr id="3" name="Table 2">
            <a:extLst>
              <a:ext uri="{FF2B5EF4-FFF2-40B4-BE49-F238E27FC236}">
                <a16:creationId xmlns:a16="http://schemas.microsoft.com/office/drawing/2014/main" id="{B96249DB-1316-10ED-D801-203D056F726E}"/>
              </a:ext>
            </a:extLst>
          </p:cNvPr>
          <p:cNvGraphicFramePr>
            <a:graphicFrameLocks noGrp="1"/>
          </p:cNvGraphicFramePr>
          <p:nvPr>
            <p:extLst>
              <p:ext uri="{D42A27DB-BD31-4B8C-83A1-F6EECF244321}">
                <p14:modId xmlns:p14="http://schemas.microsoft.com/office/powerpoint/2010/main" val="1882226195"/>
              </p:ext>
            </p:extLst>
          </p:nvPr>
        </p:nvGraphicFramePr>
        <p:xfrm>
          <a:off x="97971" y="293915"/>
          <a:ext cx="8956221" cy="4376056"/>
        </p:xfrm>
        <a:graphic>
          <a:graphicData uri="http://schemas.openxmlformats.org/drawingml/2006/table">
            <a:tbl>
              <a:tblPr firstRow="1" bandRow="1">
                <a:tableStyleId>{5C22544A-7EE6-4342-B048-85BDC9FD1C3A}</a:tableStyleId>
              </a:tblPr>
              <a:tblGrid>
                <a:gridCol w="513808">
                  <a:extLst>
                    <a:ext uri="{9D8B030D-6E8A-4147-A177-3AD203B41FA5}">
                      <a16:colId xmlns:a16="http://schemas.microsoft.com/office/drawing/2014/main" val="677861619"/>
                    </a:ext>
                  </a:extLst>
                </a:gridCol>
                <a:gridCol w="1222511">
                  <a:extLst>
                    <a:ext uri="{9D8B030D-6E8A-4147-A177-3AD203B41FA5}">
                      <a16:colId xmlns:a16="http://schemas.microsoft.com/office/drawing/2014/main" val="4039921939"/>
                    </a:ext>
                  </a:extLst>
                </a:gridCol>
                <a:gridCol w="1079487">
                  <a:extLst>
                    <a:ext uri="{9D8B030D-6E8A-4147-A177-3AD203B41FA5}">
                      <a16:colId xmlns:a16="http://schemas.microsoft.com/office/drawing/2014/main" val="1990916263"/>
                    </a:ext>
                  </a:extLst>
                </a:gridCol>
                <a:gridCol w="1108830">
                  <a:extLst>
                    <a:ext uri="{9D8B030D-6E8A-4147-A177-3AD203B41FA5}">
                      <a16:colId xmlns:a16="http://schemas.microsoft.com/office/drawing/2014/main" val="746723981"/>
                    </a:ext>
                  </a:extLst>
                </a:gridCol>
                <a:gridCol w="1324164">
                  <a:extLst>
                    <a:ext uri="{9D8B030D-6E8A-4147-A177-3AD203B41FA5}">
                      <a16:colId xmlns:a16="http://schemas.microsoft.com/office/drawing/2014/main" val="3330483854"/>
                    </a:ext>
                  </a:extLst>
                </a:gridCol>
                <a:gridCol w="1267611">
                  <a:extLst>
                    <a:ext uri="{9D8B030D-6E8A-4147-A177-3AD203B41FA5}">
                      <a16:colId xmlns:a16="http://schemas.microsoft.com/office/drawing/2014/main" val="512549834"/>
                    </a:ext>
                  </a:extLst>
                </a:gridCol>
                <a:gridCol w="1267611">
                  <a:extLst>
                    <a:ext uri="{9D8B030D-6E8A-4147-A177-3AD203B41FA5}">
                      <a16:colId xmlns:a16="http://schemas.microsoft.com/office/drawing/2014/main" val="1632891453"/>
                    </a:ext>
                  </a:extLst>
                </a:gridCol>
                <a:gridCol w="1172199">
                  <a:extLst>
                    <a:ext uri="{9D8B030D-6E8A-4147-A177-3AD203B41FA5}">
                      <a16:colId xmlns:a16="http://schemas.microsoft.com/office/drawing/2014/main" val="761456558"/>
                    </a:ext>
                  </a:extLst>
                </a:gridCol>
              </a:tblGrid>
              <a:tr h="1070456">
                <a:tc>
                  <a:txBody>
                    <a:bodyPr/>
                    <a:lstStyle/>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dirty="0" err="1">
                          <a:latin typeface="Times New Roman" panose="02020603050405020304" pitchFamily="18" charset="0"/>
                          <a:cs typeface="Times New Roman" panose="02020603050405020304" pitchFamily="18" charset="0"/>
                        </a:rPr>
                        <a:t>S.No</a:t>
                      </a:r>
                      <a:endParaRPr lang="en-IN" dirty="0">
                        <a:latin typeface="Times New Roman" panose="02020603050405020304" pitchFamily="18" charset="0"/>
                        <a:cs typeface="Times New Roman" panose="02020603050405020304" pitchFamily="18" charset="0"/>
                      </a:endParaRPr>
                    </a:p>
                  </a:txBody>
                  <a:tcPr/>
                </a:tc>
                <a:tc>
                  <a:txBody>
                    <a:bodyPr/>
                    <a:lstStyle/>
                    <a:p>
                      <a:pPr algn="l" rtl="0" fontAlgn="ctr">
                        <a:buNone/>
                      </a:pPr>
                      <a:r>
                        <a:rPr lang="en-IN" sz="1600" u="none" strike="noStrike" dirty="0">
                          <a:effectLst/>
                          <a:latin typeface="Times New Roman" panose="02020603050405020304" pitchFamily="18" charset="0"/>
                          <a:cs typeface="Times New Roman" panose="02020603050405020304" pitchFamily="18" charset="0"/>
                        </a:rPr>
                        <a:t>Title of Paper</a:t>
                      </a:r>
                      <a:endParaRPr lang="en-IN" sz="1600" b="1"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nchor="ctr"/>
                </a:tc>
                <a:tc>
                  <a:txBody>
                    <a:bodyPr/>
                    <a:lstStyle/>
                    <a:p>
                      <a:pPr algn="l" rtl="0" fontAlgn="ctr">
                        <a:buNone/>
                      </a:pPr>
                      <a:r>
                        <a:rPr lang="en-IN" sz="1600" u="none" strike="noStrike" dirty="0">
                          <a:effectLst/>
                          <a:latin typeface="Times New Roman" panose="02020603050405020304" pitchFamily="18" charset="0"/>
                          <a:cs typeface="Times New Roman" panose="02020603050405020304" pitchFamily="18" charset="0"/>
                        </a:rPr>
                        <a:t>Title of Journal / Conference</a:t>
                      </a:r>
                      <a:endParaRPr lang="en-IN" sz="1600" b="1"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nchor="ctr"/>
                </a:tc>
                <a:tc>
                  <a:txBody>
                    <a:bodyPr/>
                    <a:lstStyle/>
                    <a:p>
                      <a:pPr algn="l" rtl="0" fontAlgn="ctr">
                        <a:buNone/>
                      </a:pPr>
                      <a:r>
                        <a:rPr lang="en-IN" sz="1600" u="none" strike="noStrike" dirty="0">
                          <a:effectLst/>
                          <a:latin typeface="Times New Roman" panose="02020603050405020304" pitchFamily="18" charset="0"/>
                          <a:cs typeface="Times New Roman" panose="02020603050405020304" pitchFamily="18" charset="0"/>
                        </a:rPr>
                        <a:t>Reference with DOI</a:t>
                      </a:r>
                      <a:endParaRPr lang="en-IN" sz="1600" b="1"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nchor="ctr"/>
                </a:tc>
                <a:tc>
                  <a:txBody>
                    <a:bodyPr/>
                    <a:lstStyle/>
                    <a:p>
                      <a:pPr algn="l" rtl="0" fontAlgn="ctr">
                        <a:buNone/>
                      </a:pPr>
                      <a:r>
                        <a:rPr lang="en-IN" sz="1600" u="none" strike="noStrike" dirty="0">
                          <a:effectLst/>
                          <a:latin typeface="Times New Roman" panose="02020603050405020304" pitchFamily="18" charset="0"/>
                          <a:cs typeface="Times New Roman" panose="02020603050405020304" pitchFamily="18" charset="0"/>
                        </a:rPr>
                        <a:t>Gap Addressed</a:t>
                      </a:r>
                      <a:endParaRPr lang="en-IN" sz="1600" b="1"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nchor="ctr"/>
                </a:tc>
                <a:tc>
                  <a:txBody>
                    <a:bodyPr/>
                    <a:lstStyle/>
                    <a:p>
                      <a:pPr algn="l" rtl="0" fontAlgn="ctr">
                        <a:buNone/>
                      </a:pPr>
                      <a:r>
                        <a:rPr lang="en-IN" sz="1600" u="none" strike="noStrike" dirty="0">
                          <a:effectLst/>
                          <a:latin typeface="Times New Roman" panose="02020603050405020304" pitchFamily="18" charset="0"/>
                          <a:cs typeface="Times New Roman" panose="02020603050405020304" pitchFamily="18" charset="0"/>
                        </a:rPr>
                        <a:t>Objective of Research</a:t>
                      </a:r>
                      <a:endParaRPr lang="en-IN" sz="1600" b="1"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nchor="ctr"/>
                </a:tc>
                <a:tc>
                  <a:txBody>
                    <a:bodyPr/>
                    <a:lstStyle/>
                    <a:p>
                      <a:pPr algn="l" rtl="0" fontAlgn="ctr">
                        <a:buNone/>
                      </a:pPr>
                      <a:r>
                        <a:rPr lang="en-US" sz="1600" u="none" strike="noStrike" dirty="0">
                          <a:effectLst/>
                          <a:latin typeface="Times New Roman" panose="02020603050405020304" pitchFamily="18" charset="0"/>
                          <a:cs typeface="Times New Roman" panose="02020603050405020304" pitchFamily="18" charset="0"/>
                        </a:rPr>
                        <a:t>Focus of the Paper (Methodology Used)</a:t>
                      </a:r>
                      <a:endParaRPr lang="en-US" sz="1600" b="1"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nchor="ctr"/>
                </a:tc>
                <a:tc>
                  <a:txBody>
                    <a:bodyPr/>
                    <a:lstStyle/>
                    <a:p>
                      <a:pPr algn="l" rtl="0" fontAlgn="ctr">
                        <a:buNone/>
                      </a:pPr>
                      <a:r>
                        <a:rPr lang="en-IN" sz="1600" u="none" strike="noStrike" dirty="0">
                          <a:effectLst/>
                          <a:latin typeface="Times New Roman" panose="02020603050405020304" pitchFamily="18" charset="0"/>
                          <a:cs typeface="Times New Roman" panose="02020603050405020304" pitchFamily="18" charset="0"/>
                        </a:rPr>
                        <a:t>Summary in One Line</a:t>
                      </a:r>
                      <a:endParaRPr lang="en-IN" sz="1600" b="1"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nchor="ctr"/>
                </a:tc>
                <a:extLst>
                  <a:ext uri="{0D108BD9-81ED-4DB2-BD59-A6C34878D82A}">
                    <a16:rowId xmlns:a16="http://schemas.microsoft.com/office/drawing/2014/main" val="2991144425"/>
                  </a:ext>
                </a:extLst>
              </a:tr>
              <a:tr h="1503055">
                <a:tc>
                  <a:txBody>
                    <a:bodyPr/>
                    <a:lstStyle/>
                    <a:p>
                      <a:r>
                        <a:rPr lang="en-US" dirty="0">
                          <a:latin typeface="Times New Roman" panose="02020603050405020304" pitchFamily="18" charset="0"/>
                          <a:cs typeface="Times New Roman" panose="02020603050405020304" pitchFamily="18" charset="0"/>
                        </a:rPr>
                        <a:t>3.</a:t>
                      </a:r>
                      <a:endParaRPr lang="en-IN" dirty="0">
                        <a:latin typeface="Times New Roman" panose="02020603050405020304" pitchFamily="18" charset="0"/>
                        <a:cs typeface="Times New Roman" panose="02020603050405020304" pitchFamily="18" charset="0"/>
                      </a:endParaRPr>
                    </a:p>
                  </a:txBody>
                  <a:tcPr/>
                </a:tc>
                <a:tc>
                  <a:txBody>
                    <a:bodyPr/>
                    <a:lstStyle/>
                    <a:p>
                      <a:pPr algn="l" rtl="0" fontAlgn="ctr">
                        <a:buNone/>
                      </a:pPr>
                      <a:r>
                        <a:rPr lang="en-US" sz="1800" b="0" i="0" u="none" strike="noStrike" dirty="0">
                          <a:solidFill>
                            <a:srgbClr val="1F1F1F"/>
                          </a:solidFill>
                          <a:effectLst/>
                          <a:latin typeface="Times New Roman" panose="02020603050405020304" pitchFamily="18" charset="0"/>
                          <a:cs typeface="Times New Roman" panose="02020603050405020304" pitchFamily="18" charset="0"/>
                        </a:rPr>
                        <a:t>Predictive Maintenance in Industry 4.0</a:t>
                      </a:r>
                    </a:p>
                  </a:txBody>
                  <a:tcPr marL="61563" marR="5130" marT="5130" marB="0"/>
                </a:tc>
                <a:tc>
                  <a:txBody>
                    <a:bodyPr/>
                    <a:lstStyle/>
                    <a:p>
                      <a:pPr algn="l" rtl="0" fontAlgn="ctr">
                        <a:buNone/>
                      </a:pPr>
                      <a:r>
                        <a:rPr lang="en-IN" sz="1800" b="0" i="0" u="none" strike="noStrike" dirty="0">
                          <a:solidFill>
                            <a:srgbClr val="1F1F1F"/>
                          </a:solidFill>
                          <a:effectLst/>
                          <a:latin typeface="Times New Roman" panose="02020603050405020304" pitchFamily="18" charset="0"/>
                          <a:cs typeface="Times New Roman" panose="02020603050405020304" pitchFamily="18" charset="0"/>
                        </a:rPr>
                        <a:t>Journal of Manufacturing Systems</a:t>
                      </a:r>
                    </a:p>
                  </a:txBody>
                  <a:tcPr marL="61563" marR="5130" marT="5130" marB="0"/>
                </a:tc>
                <a:tc>
                  <a:txBody>
                    <a:bodyPr/>
                    <a:lstStyle/>
                    <a:p>
                      <a:pPr algn="l" rtl="0" fontAlgn="ctr">
                        <a:buNone/>
                      </a:pPr>
                      <a:r>
                        <a:rPr lang="en-IN" sz="1800" dirty="0">
                          <a:latin typeface="Times New Roman" panose="02020603050405020304" pitchFamily="18" charset="0"/>
                          <a:cs typeface="Times New Roman" panose="02020603050405020304" pitchFamily="18" charset="0"/>
                        </a:rPr>
                        <a:t>10.1016/j.jmsy.2018.01.001</a:t>
                      </a:r>
                      <a:endParaRPr lang="en-IN" sz="1800" b="0"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tc>
                <a:tc>
                  <a:txBody>
                    <a:bodyPr/>
                    <a:lstStyle/>
                    <a:p>
                      <a:pPr algn="l" rtl="0" fontAlgn="ctr">
                        <a:buNone/>
                      </a:pPr>
                      <a:r>
                        <a:rPr lang="en-US" sz="1800" b="0" i="0" u="none" strike="noStrike" dirty="0">
                          <a:solidFill>
                            <a:srgbClr val="1F1F1F"/>
                          </a:solidFill>
                          <a:effectLst/>
                          <a:latin typeface="Times New Roman" panose="02020603050405020304" pitchFamily="18" charset="0"/>
                          <a:cs typeface="Times New Roman" panose="02020603050405020304" pitchFamily="18" charset="0"/>
                        </a:rPr>
                        <a:t>Lack of smart maintenance</a:t>
                      </a:r>
                    </a:p>
                  </a:txBody>
                  <a:tcPr marL="61563" marR="5130" marT="5130" marB="0"/>
                </a:tc>
                <a:tc>
                  <a:txBody>
                    <a:bodyPr/>
                    <a:lstStyle/>
                    <a:p>
                      <a:pPr algn="l" rtl="0" fontAlgn="ctr">
                        <a:buNone/>
                      </a:pPr>
                      <a:r>
                        <a:rPr lang="en-US" sz="1800" kern="1200" dirty="0">
                          <a:solidFill>
                            <a:schemeClr val="dk1"/>
                          </a:solidFill>
                          <a:effectLst/>
                          <a:latin typeface="Times New Roman" panose="02020603050405020304" pitchFamily="18" charset="0"/>
                          <a:ea typeface="+mn-ea"/>
                          <a:cs typeface="Times New Roman" panose="02020603050405020304" pitchFamily="18" charset="0"/>
                        </a:rPr>
                        <a:t>Integrate </a:t>
                      </a:r>
                      <a:r>
                        <a:rPr lang="en-US" sz="1800" kern="1200" dirty="0" err="1">
                          <a:solidFill>
                            <a:schemeClr val="dk1"/>
                          </a:solidFill>
                          <a:effectLst/>
                          <a:latin typeface="Times New Roman" panose="02020603050405020304" pitchFamily="18" charset="0"/>
                          <a:ea typeface="+mn-ea"/>
                          <a:cs typeface="Times New Roman" panose="02020603050405020304" pitchFamily="18" charset="0"/>
                        </a:rPr>
                        <a:t>PdM</a:t>
                      </a:r>
                      <a:r>
                        <a:rPr lang="en-US" sz="1800" kern="1200" dirty="0">
                          <a:solidFill>
                            <a:schemeClr val="dk1"/>
                          </a:solidFill>
                          <a:effectLst/>
                          <a:latin typeface="Times New Roman" panose="02020603050405020304" pitchFamily="18" charset="0"/>
                          <a:ea typeface="+mn-ea"/>
                          <a:cs typeface="Times New Roman" panose="02020603050405020304" pitchFamily="18" charset="0"/>
                        </a:rPr>
                        <a:t> with Industry 4.0</a:t>
                      </a:r>
                      <a:endParaRPr lang="en-US" sz="1600" b="0"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tc>
                <a:tc>
                  <a:txBody>
                    <a:bodyPr/>
                    <a:lstStyle/>
                    <a:p>
                      <a:pPr algn="l" rtl="0" fontAlgn="ctr">
                        <a:buNone/>
                      </a:pPr>
                      <a:r>
                        <a:rPr lang="en-US" sz="1800" b="0" i="0" u="none" strike="noStrike" dirty="0">
                          <a:solidFill>
                            <a:srgbClr val="1F1F1F"/>
                          </a:solidFill>
                          <a:effectLst/>
                          <a:latin typeface="Times New Roman" panose="02020603050405020304" pitchFamily="18" charset="0"/>
                          <a:cs typeface="Times New Roman" panose="02020603050405020304" pitchFamily="18" charset="0"/>
                        </a:rPr>
                        <a:t>IoT + analytics framework</a:t>
                      </a:r>
                    </a:p>
                  </a:txBody>
                  <a:tcPr marL="61563" marR="5130" marT="5130" marB="0"/>
                </a:tc>
                <a:tc>
                  <a:txBody>
                    <a:bodyPr/>
                    <a:lstStyle/>
                    <a:p>
                      <a:pPr algn="l" rtl="0" fontAlgn="ctr">
                        <a:buNone/>
                      </a:pPr>
                      <a:r>
                        <a:rPr lang="en-US" sz="1800" b="0" i="0" u="none" strike="noStrike" dirty="0" err="1">
                          <a:solidFill>
                            <a:srgbClr val="1F1F1F"/>
                          </a:solidFill>
                          <a:effectLst/>
                          <a:latin typeface="Times New Roman" panose="02020603050405020304" pitchFamily="18" charset="0"/>
                          <a:cs typeface="Times New Roman" panose="02020603050405020304" pitchFamily="18" charset="0"/>
                        </a:rPr>
                        <a:t>PdM</a:t>
                      </a:r>
                      <a:r>
                        <a:rPr lang="en-US" sz="1800" b="0" i="0" u="none" strike="noStrike" dirty="0">
                          <a:solidFill>
                            <a:srgbClr val="1F1F1F"/>
                          </a:solidFill>
                          <a:effectLst/>
                          <a:latin typeface="Times New Roman" panose="02020603050405020304" pitchFamily="18" charset="0"/>
                          <a:cs typeface="Times New Roman" panose="02020603050405020304" pitchFamily="18" charset="0"/>
                        </a:rPr>
                        <a:t> enables smart manufacturing</a:t>
                      </a:r>
                    </a:p>
                  </a:txBody>
                  <a:tcPr marL="61563" marR="5130" marT="5130" marB="0"/>
                </a:tc>
                <a:extLst>
                  <a:ext uri="{0D108BD9-81ED-4DB2-BD59-A6C34878D82A}">
                    <a16:rowId xmlns:a16="http://schemas.microsoft.com/office/drawing/2014/main" val="1071382841"/>
                  </a:ext>
                </a:extLst>
              </a:tr>
              <a:tr h="1802545">
                <a:tc>
                  <a:txBody>
                    <a:bodyPr/>
                    <a:lstStyle/>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4.</a:t>
                      </a:r>
                      <a:endParaRPr lang="en-IN" dirty="0">
                        <a:latin typeface="Times New Roman" panose="02020603050405020304" pitchFamily="18" charset="0"/>
                        <a:cs typeface="Times New Roman" panose="02020603050405020304" pitchFamily="18" charset="0"/>
                      </a:endParaRPr>
                    </a:p>
                  </a:txBody>
                  <a:tcPr/>
                </a:tc>
                <a:tc>
                  <a:txBody>
                    <a:bodyPr/>
                    <a:lstStyle/>
                    <a:p>
                      <a:pPr>
                        <a:lnSpc>
                          <a:spcPct val="107000"/>
                        </a:lnSpc>
                        <a:spcAft>
                          <a:spcPts val="800"/>
                        </a:spcAft>
                        <a:buNone/>
                      </a:pP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IoT-Based Predictive Maintenance</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Sensors</a:t>
                      </a:r>
                    </a:p>
                  </a:txBody>
                  <a:tcPr marL="9525" marR="9525" marT="9525" marB="9525" anchor="ctr"/>
                </a:tc>
                <a:tc>
                  <a:txBody>
                    <a:bodyPr/>
                    <a:lstStyle/>
                    <a:p>
                      <a:pPr algn="l" rtl="0" fontAlgn="ctr">
                        <a:buNone/>
                      </a:pPr>
                      <a:endParaRPr lang="en-IN" sz="2000" b="0" i="0" u="none" strike="noStrike" dirty="0">
                        <a:solidFill>
                          <a:srgbClr val="1F1F1F"/>
                        </a:solidFill>
                        <a:effectLst/>
                        <a:latin typeface="Times New Roman" panose="02020603050405020304" pitchFamily="18" charset="0"/>
                        <a:cs typeface="Times New Roman" panose="02020603050405020304" pitchFamily="18" charset="0"/>
                      </a:endParaRPr>
                    </a:p>
                    <a:p>
                      <a:pPr algn="l" rtl="0" fontAlgn="ctr">
                        <a:buNone/>
                      </a:pPr>
                      <a:endParaRPr lang="en-IN" sz="2000" b="0" i="0" u="none" strike="noStrike" dirty="0">
                        <a:solidFill>
                          <a:srgbClr val="1F1F1F"/>
                        </a:solidFill>
                        <a:effectLst/>
                        <a:latin typeface="Times New Roman" panose="02020603050405020304" pitchFamily="18" charset="0"/>
                        <a:cs typeface="Times New Roman" panose="02020603050405020304" pitchFamily="18" charset="0"/>
                      </a:endParaRPr>
                    </a:p>
                    <a:p>
                      <a:pPr algn="l" rtl="0" fontAlgn="ctr">
                        <a:buNone/>
                      </a:pPr>
                      <a:endParaRPr lang="en-IN" sz="2000" b="0" i="0" u="none" strike="noStrike" dirty="0">
                        <a:solidFill>
                          <a:srgbClr val="1F1F1F"/>
                        </a:solidFill>
                        <a:effectLst/>
                        <a:latin typeface="Times New Roman" panose="02020603050405020304" pitchFamily="18" charset="0"/>
                        <a:cs typeface="Times New Roman" panose="02020603050405020304" pitchFamily="18" charset="0"/>
                      </a:endParaRPr>
                    </a:p>
                    <a:p>
                      <a:pPr algn="l" rtl="0" fontAlgn="ctr">
                        <a:buNone/>
                      </a:pPr>
                      <a:r>
                        <a:rPr lang="en-IN" sz="2000" b="0" i="0" u="none" strike="noStrike" dirty="0">
                          <a:solidFill>
                            <a:srgbClr val="1F1F1F"/>
                          </a:solidFill>
                          <a:effectLst/>
                          <a:latin typeface="Times New Roman" panose="02020603050405020304" pitchFamily="18" charset="0"/>
                          <a:cs typeface="Times New Roman" panose="02020603050405020304" pitchFamily="18" charset="0"/>
                        </a:rPr>
                        <a:t>10.3390/s18020431</a:t>
                      </a:r>
                    </a:p>
                  </a:txBody>
                  <a:tcPr marL="61563" marR="5130" marT="5130" marB="0"/>
                </a:tc>
                <a:tc>
                  <a:txBody>
                    <a:bodyPr/>
                    <a:lstStyle/>
                    <a:p>
                      <a:pPr>
                        <a:lnSpc>
                          <a:spcPct val="107000"/>
                        </a:lnSpc>
                        <a:spcAft>
                          <a:spcPts val="800"/>
                        </a:spcAft>
                        <a:buNone/>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Absence of real-time monitoring</a:t>
                      </a:r>
                    </a:p>
                  </a:txBody>
                  <a:tcPr marL="9525" marR="9525" marT="9525" marB="9525" anchor="ctr"/>
                </a:tc>
                <a:tc>
                  <a:txBody>
                    <a:bodyPr/>
                    <a:lstStyle/>
                    <a:p>
                      <a:pPr>
                        <a:lnSpc>
                          <a:spcPct val="107000"/>
                        </a:lnSpc>
                        <a:spcAft>
                          <a:spcPts val="800"/>
                        </a:spcAft>
                        <a:buNone/>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Develop IoT </a:t>
                      </a:r>
                      <a:r>
                        <a:rPr lang="en-US" sz="1800" kern="100" dirty="0" err="1">
                          <a:effectLst/>
                          <a:latin typeface="Times New Roman" panose="02020603050405020304" pitchFamily="18" charset="0"/>
                          <a:ea typeface="Calibri" panose="020F0502020204030204" pitchFamily="34" charset="0"/>
                          <a:cs typeface="Times New Roman" panose="02020603050405020304" pitchFamily="18" charset="0"/>
                        </a:rPr>
                        <a:t>PdM</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system</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gn="l" rtl="0" fontAlgn="ctr">
                        <a:buNone/>
                      </a:pPr>
                      <a:endParaRPr lang="en-IN" sz="1800" kern="1200" dirty="0">
                        <a:solidFill>
                          <a:schemeClr val="dk1"/>
                        </a:solidFill>
                        <a:effectLst/>
                        <a:latin typeface="Times New Roman" panose="02020603050405020304" pitchFamily="18" charset="0"/>
                        <a:ea typeface="+mn-ea"/>
                        <a:cs typeface="Times New Roman" panose="02020603050405020304" pitchFamily="18" charset="0"/>
                      </a:endParaRPr>
                    </a:p>
                    <a:p>
                      <a:pPr algn="l" rtl="0" fontAlgn="ctr">
                        <a:buNone/>
                      </a:pPr>
                      <a:endParaRPr lang="en-IN" sz="1800" kern="1200" dirty="0">
                        <a:solidFill>
                          <a:schemeClr val="dk1"/>
                        </a:solidFill>
                        <a:effectLst/>
                        <a:latin typeface="Times New Roman" panose="02020603050405020304" pitchFamily="18" charset="0"/>
                        <a:ea typeface="+mn-ea"/>
                        <a:cs typeface="Times New Roman" panose="02020603050405020304" pitchFamily="18" charset="0"/>
                      </a:endParaRPr>
                    </a:p>
                    <a:p>
                      <a:pPr algn="l" rtl="0" fontAlgn="ctr">
                        <a:buNone/>
                      </a:pPr>
                      <a:endParaRPr lang="en-IN" sz="1800" kern="1200" dirty="0">
                        <a:solidFill>
                          <a:schemeClr val="dk1"/>
                        </a:solidFill>
                        <a:effectLst/>
                        <a:latin typeface="Times New Roman" panose="02020603050405020304" pitchFamily="18" charset="0"/>
                        <a:ea typeface="+mn-ea"/>
                        <a:cs typeface="Times New Roman" panose="02020603050405020304" pitchFamily="18" charset="0"/>
                      </a:endParaRPr>
                    </a:p>
                    <a:p>
                      <a:pPr algn="l" rtl="0" fontAlgn="ctr">
                        <a:buNone/>
                      </a:pPr>
                      <a:r>
                        <a:rPr lang="en-IN" sz="1800" kern="1200" dirty="0">
                          <a:solidFill>
                            <a:schemeClr val="dk1"/>
                          </a:solidFill>
                          <a:effectLst/>
                          <a:latin typeface="Times New Roman" panose="02020603050405020304" pitchFamily="18" charset="0"/>
                          <a:ea typeface="+mn-ea"/>
                          <a:cs typeface="Times New Roman" panose="02020603050405020304" pitchFamily="18" charset="0"/>
                        </a:rPr>
                        <a:t>Sensor data + ML</a:t>
                      </a:r>
                      <a:endParaRPr lang="en-US" sz="1600" b="0"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tc>
                <a:tc>
                  <a:txBody>
                    <a:bodyPr/>
                    <a:lstStyle/>
                    <a:p>
                      <a:pPr algn="l" rtl="0" fontAlgn="ctr">
                        <a:buNone/>
                      </a:pPr>
                      <a:endParaRPr lang="en-US" sz="1800" b="0" i="0" u="none" strike="noStrike" dirty="0">
                        <a:solidFill>
                          <a:srgbClr val="1F1F1F"/>
                        </a:solidFill>
                        <a:effectLst/>
                        <a:latin typeface="Times New Roman" panose="02020603050405020304" pitchFamily="18" charset="0"/>
                        <a:cs typeface="Times New Roman" panose="02020603050405020304" pitchFamily="18" charset="0"/>
                      </a:endParaRPr>
                    </a:p>
                    <a:p>
                      <a:pPr algn="l" rtl="0" fontAlgn="ctr">
                        <a:buNone/>
                      </a:pPr>
                      <a:endParaRPr lang="en-US" sz="1800" b="0" i="0" u="none" strike="noStrike" dirty="0">
                        <a:solidFill>
                          <a:srgbClr val="1F1F1F"/>
                        </a:solidFill>
                        <a:effectLst/>
                        <a:latin typeface="Times New Roman" panose="02020603050405020304" pitchFamily="18" charset="0"/>
                        <a:cs typeface="Times New Roman" panose="02020603050405020304" pitchFamily="18" charset="0"/>
                      </a:endParaRPr>
                    </a:p>
                    <a:p>
                      <a:pPr algn="l" rtl="0" fontAlgn="ctr">
                        <a:buNone/>
                      </a:pPr>
                      <a:endParaRPr lang="en-US" sz="1800" b="0" i="0" u="none" strike="noStrike" dirty="0">
                        <a:solidFill>
                          <a:srgbClr val="1F1F1F"/>
                        </a:solidFill>
                        <a:effectLst/>
                        <a:latin typeface="Times New Roman" panose="02020603050405020304" pitchFamily="18" charset="0"/>
                        <a:cs typeface="Times New Roman" panose="02020603050405020304" pitchFamily="18" charset="0"/>
                      </a:endParaRPr>
                    </a:p>
                    <a:p>
                      <a:pPr algn="l" rtl="0" fontAlgn="ctr">
                        <a:buNone/>
                      </a:pPr>
                      <a:r>
                        <a:rPr lang="en-US" sz="1800" b="0" i="0" u="none" strike="noStrike" dirty="0">
                          <a:solidFill>
                            <a:srgbClr val="1F1F1F"/>
                          </a:solidFill>
                          <a:effectLst/>
                          <a:latin typeface="Times New Roman" panose="02020603050405020304" pitchFamily="18" charset="0"/>
                          <a:cs typeface="Times New Roman" panose="02020603050405020304" pitchFamily="18" charset="0"/>
                        </a:rPr>
                        <a:t>IoT enables real-time </a:t>
                      </a:r>
                      <a:r>
                        <a:rPr lang="en-US" sz="1800" b="0" i="0" u="none" strike="noStrike" dirty="0" err="1">
                          <a:solidFill>
                            <a:srgbClr val="1F1F1F"/>
                          </a:solidFill>
                          <a:effectLst/>
                          <a:latin typeface="Times New Roman" panose="02020603050405020304" pitchFamily="18" charset="0"/>
                          <a:cs typeface="Times New Roman" panose="02020603050405020304" pitchFamily="18" charset="0"/>
                        </a:rPr>
                        <a:t>PdM</a:t>
                      </a:r>
                      <a:endParaRPr lang="en-US" sz="1800" b="0"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tc>
                <a:extLst>
                  <a:ext uri="{0D108BD9-81ED-4DB2-BD59-A6C34878D82A}">
                    <a16:rowId xmlns:a16="http://schemas.microsoft.com/office/drawing/2014/main" val="3536014893"/>
                  </a:ext>
                </a:extLst>
              </a:tr>
            </a:tbl>
          </a:graphicData>
        </a:graphic>
      </p:graphicFrame>
    </p:spTree>
    <p:extLst>
      <p:ext uri="{BB962C8B-B14F-4D97-AF65-F5344CB8AC3E}">
        <p14:creationId xmlns:p14="http://schemas.microsoft.com/office/powerpoint/2010/main" val="18701898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138CC-862A-19DF-1EAB-5563AEC9BD9B}"/>
              </a:ext>
            </a:extLst>
          </p:cNvPr>
          <p:cNvSpPr>
            <a:spLocks noGrp="1"/>
          </p:cNvSpPr>
          <p:nvPr>
            <p:ph type="title"/>
          </p:nvPr>
        </p:nvSpPr>
        <p:spPr/>
        <p:txBody>
          <a:bodyPr/>
          <a:lstStyle/>
          <a:p>
            <a:endParaRPr lang="en-IN"/>
          </a:p>
        </p:txBody>
      </p:sp>
      <p:graphicFrame>
        <p:nvGraphicFramePr>
          <p:cNvPr id="3" name="Table 2">
            <a:extLst>
              <a:ext uri="{FF2B5EF4-FFF2-40B4-BE49-F238E27FC236}">
                <a16:creationId xmlns:a16="http://schemas.microsoft.com/office/drawing/2014/main" id="{55EC700C-66A6-44D2-5A16-1AD03B86ECBF}"/>
              </a:ext>
            </a:extLst>
          </p:cNvPr>
          <p:cNvGraphicFramePr>
            <a:graphicFrameLocks noGrp="1"/>
          </p:cNvGraphicFramePr>
          <p:nvPr>
            <p:extLst>
              <p:ext uri="{D42A27DB-BD31-4B8C-83A1-F6EECF244321}">
                <p14:modId xmlns:p14="http://schemas.microsoft.com/office/powerpoint/2010/main" val="3388217236"/>
              </p:ext>
            </p:extLst>
          </p:nvPr>
        </p:nvGraphicFramePr>
        <p:xfrm>
          <a:off x="187779" y="114300"/>
          <a:ext cx="8956221" cy="4570446"/>
        </p:xfrm>
        <a:graphic>
          <a:graphicData uri="http://schemas.openxmlformats.org/drawingml/2006/table">
            <a:tbl>
              <a:tblPr firstRow="1" bandRow="1">
                <a:tableStyleId>{5C22544A-7EE6-4342-B048-85BDC9FD1C3A}</a:tableStyleId>
              </a:tblPr>
              <a:tblGrid>
                <a:gridCol w="513808">
                  <a:extLst>
                    <a:ext uri="{9D8B030D-6E8A-4147-A177-3AD203B41FA5}">
                      <a16:colId xmlns:a16="http://schemas.microsoft.com/office/drawing/2014/main" val="2950284"/>
                    </a:ext>
                  </a:extLst>
                </a:gridCol>
                <a:gridCol w="1222511">
                  <a:extLst>
                    <a:ext uri="{9D8B030D-6E8A-4147-A177-3AD203B41FA5}">
                      <a16:colId xmlns:a16="http://schemas.microsoft.com/office/drawing/2014/main" val="2767347547"/>
                    </a:ext>
                  </a:extLst>
                </a:gridCol>
                <a:gridCol w="1079486">
                  <a:extLst>
                    <a:ext uri="{9D8B030D-6E8A-4147-A177-3AD203B41FA5}">
                      <a16:colId xmlns:a16="http://schemas.microsoft.com/office/drawing/2014/main" val="65977041"/>
                    </a:ext>
                  </a:extLst>
                </a:gridCol>
                <a:gridCol w="1108829">
                  <a:extLst>
                    <a:ext uri="{9D8B030D-6E8A-4147-A177-3AD203B41FA5}">
                      <a16:colId xmlns:a16="http://schemas.microsoft.com/office/drawing/2014/main" val="1037447086"/>
                    </a:ext>
                  </a:extLst>
                </a:gridCol>
                <a:gridCol w="1324164">
                  <a:extLst>
                    <a:ext uri="{9D8B030D-6E8A-4147-A177-3AD203B41FA5}">
                      <a16:colId xmlns:a16="http://schemas.microsoft.com/office/drawing/2014/main" val="931342384"/>
                    </a:ext>
                  </a:extLst>
                </a:gridCol>
                <a:gridCol w="1287495">
                  <a:extLst>
                    <a:ext uri="{9D8B030D-6E8A-4147-A177-3AD203B41FA5}">
                      <a16:colId xmlns:a16="http://schemas.microsoft.com/office/drawing/2014/main" val="1785112927"/>
                    </a:ext>
                  </a:extLst>
                </a:gridCol>
                <a:gridCol w="1247727">
                  <a:extLst>
                    <a:ext uri="{9D8B030D-6E8A-4147-A177-3AD203B41FA5}">
                      <a16:colId xmlns:a16="http://schemas.microsoft.com/office/drawing/2014/main" val="1194893073"/>
                    </a:ext>
                  </a:extLst>
                </a:gridCol>
                <a:gridCol w="1172201">
                  <a:extLst>
                    <a:ext uri="{9D8B030D-6E8A-4147-A177-3AD203B41FA5}">
                      <a16:colId xmlns:a16="http://schemas.microsoft.com/office/drawing/2014/main" val="3777064760"/>
                    </a:ext>
                  </a:extLst>
                </a:gridCol>
              </a:tblGrid>
              <a:tr h="994026">
                <a:tc>
                  <a:txBody>
                    <a:bodyPr/>
                    <a:lstStyle/>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dirty="0" err="1">
                          <a:latin typeface="Times New Roman" panose="02020603050405020304" pitchFamily="18" charset="0"/>
                          <a:cs typeface="Times New Roman" panose="02020603050405020304" pitchFamily="18" charset="0"/>
                        </a:rPr>
                        <a:t>S.No</a:t>
                      </a:r>
                      <a:endParaRPr lang="en-IN" dirty="0">
                        <a:latin typeface="Times New Roman" panose="02020603050405020304" pitchFamily="18" charset="0"/>
                        <a:cs typeface="Times New Roman" panose="02020603050405020304" pitchFamily="18" charset="0"/>
                      </a:endParaRPr>
                    </a:p>
                  </a:txBody>
                  <a:tcPr/>
                </a:tc>
                <a:tc>
                  <a:txBody>
                    <a:bodyPr/>
                    <a:lstStyle/>
                    <a:p>
                      <a:pPr algn="l" rtl="0" fontAlgn="ctr">
                        <a:buNone/>
                      </a:pPr>
                      <a:r>
                        <a:rPr lang="en-IN" sz="1600" u="none" strike="noStrike" dirty="0">
                          <a:effectLst/>
                          <a:latin typeface="Times New Roman" panose="02020603050405020304" pitchFamily="18" charset="0"/>
                          <a:cs typeface="Times New Roman" panose="02020603050405020304" pitchFamily="18" charset="0"/>
                        </a:rPr>
                        <a:t>Title of Paper</a:t>
                      </a:r>
                      <a:endParaRPr lang="en-IN" sz="1600" b="1"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nchor="ctr"/>
                </a:tc>
                <a:tc>
                  <a:txBody>
                    <a:bodyPr/>
                    <a:lstStyle/>
                    <a:p>
                      <a:pPr algn="l" rtl="0" fontAlgn="ctr">
                        <a:buNone/>
                      </a:pPr>
                      <a:r>
                        <a:rPr lang="en-IN" sz="1600" u="none" strike="noStrike" dirty="0">
                          <a:effectLst/>
                          <a:latin typeface="Times New Roman" panose="02020603050405020304" pitchFamily="18" charset="0"/>
                          <a:cs typeface="Times New Roman" panose="02020603050405020304" pitchFamily="18" charset="0"/>
                        </a:rPr>
                        <a:t>Title of Journal / Conference</a:t>
                      </a:r>
                      <a:endParaRPr lang="en-IN" sz="1600" b="1"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nchor="ctr"/>
                </a:tc>
                <a:tc>
                  <a:txBody>
                    <a:bodyPr/>
                    <a:lstStyle/>
                    <a:p>
                      <a:pPr algn="l" rtl="0" fontAlgn="ctr">
                        <a:buNone/>
                      </a:pPr>
                      <a:r>
                        <a:rPr lang="en-IN" sz="1600" u="none" strike="noStrike" dirty="0">
                          <a:effectLst/>
                          <a:latin typeface="Times New Roman" panose="02020603050405020304" pitchFamily="18" charset="0"/>
                          <a:cs typeface="Times New Roman" panose="02020603050405020304" pitchFamily="18" charset="0"/>
                        </a:rPr>
                        <a:t>Reference with DOI</a:t>
                      </a:r>
                      <a:endParaRPr lang="en-IN" sz="1600" b="1"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nchor="ctr"/>
                </a:tc>
                <a:tc>
                  <a:txBody>
                    <a:bodyPr/>
                    <a:lstStyle/>
                    <a:p>
                      <a:pPr algn="l" rtl="0" fontAlgn="ctr">
                        <a:buNone/>
                      </a:pPr>
                      <a:r>
                        <a:rPr lang="en-IN" sz="1600" u="none" strike="noStrike" dirty="0">
                          <a:effectLst/>
                          <a:latin typeface="Times New Roman" panose="02020603050405020304" pitchFamily="18" charset="0"/>
                          <a:cs typeface="Times New Roman" panose="02020603050405020304" pitchFamily="18" charset="0"/>
                        </a:rPr>
                        <a:t>Gap Addressed</a:t>
                      </a:r>
                      <a:endParaRPr lang="en-IN" sz="1600" b="1"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nchor="ctr"/>
                </a:tc>
                <a:tc>
                  <a:txBody>
                    <a:bodyPr/>
                    <a:lstStyle/>
                    <a:p>
                      <a:pPr algn="l" rtl="0" fontAlgn="ctr">
                        <a:buNone/>
                      </a:pPr>
                      <a:r>
                        <a:rPr lang="en-IN" sz="1600" u="none" strike="noStrike" dirty="0">
                          <a:effectLst/>
                          <a:latin typeface="Times New Roman" panose="02020603050405020304" pitchFamily="18" charset="0"/>
                          <a:cs typeface="Times New Roman" panose="02020603050405020304" pitchFamily="18" charset="0"/>
                        </a:rPr>
                        <a:t>Objective of Research</a:t>
                      </a:r>
                      <a:endParaRPr lang="en-IN" sz="1600" b="1"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nchor="ctr"/>
                </a:tc>
                <a:tc>
                  <a:txBody>
                    <a:bodyPr/>
                    <a:lstStyle/>
                    <a:p>
                      <a:pPr algn="l" rtl="0" fontAlgn="ctr">
                        <a:buNone/>
                      </a:pPr>
                      <a:r>
                        <a:rPr lang="en-US" sz="1600" u="none" strike="noStrike" dirty="0">
                          <a:effectLst/>
                          <a:latin typeface="Times New Roman" panose="02020603050405020304" pitchFamily="18" charset="0"/>
                          <a:cs typeface="Times New Roman" panose="02020603050405020304" pitchFamily="18" charset="0"/>
                        </a:rPr>
                        <a:t>Focus of the Paper (Methodology Used)</a:t>
                      </a:r>
                    </a:p>
                  </a:txBody>
                  <a:tcPr marL="61563" marR="5130" marT="5130" marB="0" anchor="ctr"/>
                </a:tc>
                <a:tc>
                  <a:txBody>
                    <a:bodyPr/>
                    <a:lstStyle/>
                    <a:p>
                      <a:pPr algn="l" rtl="0" fontAlgn="ctr">
                        <a:buNone/>
                      </a:pPr>
                      <a:r>
                        <a:rPr lang="en-IN" sz="1600" u="none" strike="noStrike" dirty="0">
                          <a:effectLst/>
                          <a:latin typeface="Times New Roman" panose="02020603050405020304" pitchFamily="18" charset="0"/>
                          <a:cs typeface="Times New Roman" panose="02020603050405020304" pitchFamily="18" charset="0"/>
                        </a:rPr>
                        <a:t>Summary in One Line</a:t>
                      </a:r>
                      <a:endParaRPr lang="en-IN" sz="1600" b="1"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nchor="ctr"/>
                </a:tc>
                <a:extLst>
                  <a:ext uri="{0D108BD9-81ED-4DB2-BD59-A6C34878D82A}">
                    <a16:rowId xmlns:a16="http://schemas.microsoft.com/office/drawing/2014/main" val="2955896476"/>
                  </a:ext>
                </a:extLst>
              </a:tr>
              <a:tr h="1343632">
                <a:tc>
                  <a:txBody>
                    <a:bodyPr/>
                    <a:lstStyle/>
                    <a:p>
                      <a:r>
                        <a:rPr lang="en-US" dirty="0">
                          <a:latin typeface="Times New Roman" panose="02020603050405020304" pitchFamily="18" charset="0"/>
                          <a:cs typeface="Times New Roman" panose="02020603050405020304" pitchFamily="18" charset="0"/>
                        </a:rPr>
                        <a:t>5.</a:t>
                      </a:r>
                      <a:endParaRPr lang="en-IN" dirty="0">
                        <a:latin typeface="Times New Roman" panose="02020603050405020304" pitchFamily="18" charset="0"/>
                        <a:cs typeface="Times New Roman" panose="02020603050405020304" pitchFamily="18" charset="0"/>
                      </a:endParaRPr>
                    </a:p>
                  </a:txBody>
                  <a:tcPr/>
                </a:tc>
                <a:tc>
                  <a:txBody>
                    <a:bodyPr/>
                    <a:lstStyle/>
                    <a:p>
                      <a:pPr algn="l" rtl="0" fontAlgn="ctr">
                        <a:buNone/>
                      </a:pPr>
                      <a:r>
                        <a:rPr lang="en-US" sz="1800" b="0" i="0" u="none" strike="noStrike" dirty="0">
                          <a:solidFill>
                            <a:srgbClr val="1F1F1F"/>
                          </a:solidFill>
                          <a:effectLst/>
                          <a:latin typeface="Times New Roman" panose="02020603050405020304" pitchFamily="18" charset="0"/>
                          <a:cs typeface="Times New Roman" panose="02020603050405020304" pitchFamily="18" charset="0"/>
                        </a:rPr>
                        <a:t>Data-Driven </a:t>
                      </a:r>
                      <a:r>
                        <a:rPr lang="en-US" sz="1800" b="0" i="0" u="none" strike="noStrike" dirty="0" err="1">
                          <a:solidFill>
                            <a:srgbClr val="1F1F1F"/>
                          </a:solidFill>
                          <a:effectLst/>
                          <a:latin typeface="Times New Roman" panose="02020603050405020304" pitchFamily="18" charset="0"/>
                          <a:cs typeface="Times New Roman" panose="02020603050405020304" pitchFamily="18" charset="0"/>
                        </a:rPr>
                        <a:t>PdM</a:t>
                      </a:r>
                      <a:r>
                        <a:rPr lang="en-US" sz="1800" b="0" i="0" u="none" strike="noStrike" dirty="0">
                          <a:solidFill>
                            <a:srgbClr val="1F1F1F"/>
                          </a:solidFill>
                          <a:effectLst/>
                          <a:latin typeface="Times New Roman" panose="02020603050405020304" pitchFamily="18" charset="0"/>
                          <a:cs typeface="Times New Roman" panose="02020603050405020304" pitchFamily="18" charset="0"/>
                        </a:rPr>
                        <a:t> Using ML</a:t>
                      </a:r>
                    </a:p>
                  </a:txBody>
                  <a:tcPr marL="61563" marR="5130" marT="5130" marB="0"/>
                </a:tc>
                <a:tc>
                  <a:txBody>
                    <a:bodyPr/>
                    <a:lstStyle/>
                    <a:p>
                      <a:pPr algn="l" rtl="0" fontAlgn="ctr">
                        <a:buNone/>
                      </a:pPr>
                      <a:r>
                        <a:rPr lang="en-IN" sz="1800" b="0" i="0" u="none" strike="noStrike" dirty="0">
                          <a:solidFill>
                            <a:srgbClr val="1F1F1F"/>
                          </a:solidFill>
                          <a:effectLst/>
                          <a:latin typeface="Times New Roman" panose="02020603050405020304" pitchFamily="18" charset="0"/>
                          <a:cs typeface="Times New Roman" panose="02020603050405020304" pitchFamily="18" charset="0"/>
                        </a:rPr>
                        <a:t>IEEE Transactions on Industrial Informatics</a:t>
                      </a:r>
                    </a:p>
                  </a:txBody>
                  <a:tcPr marL="61563" marR="5130" marT="5130" marB="0"/>
                </a:tc>
                <a:tc>
                  <a:txBody>
                    <a:bodyPr/>
                    <a:lstStyle/>
                    <a:p>
                      <a:pPr algn="l" rtl="0" fontAlgn="ctr">
                        <a:buNone/>
                      </a:pPr>
                      <a:r>
                        <a:rPr lang="en-IN" sz="1800" dirty="0">
                          <a:latin typeface="Times New Roman" panose="02020603050405020304" pitchFamily="18" charset="0"/>
                          <a:cs typeface="Times New Roman" panose="02020603050405020304" pitchFamily="18" charset="0"/>
                        </a:rPr>
                        <a:t>10.1109/TII.2019.2891767</a:t>
                      </a:r>
                      <a:endParaRPr lang="en-IN" sz="1800" b="0"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tc>
                <a:tc>
                  <a:txBody>
                    <a:bodyPr/>
                    <a:lstStyle/>
                    <a:p>
                      <a:pPr algn="l" rtl="0" fontAlgn="ctr">
                        <a:buNone/>
                      </a:pPr>
                      <a:r>
                        <a:rPr lang="en-US" sz="1800" b="0" i="0" u="none" strike="noStrike" dirty="0">
                          <a:solidFill>
                            <a:srgbClr val="1F1F1F"/>
                          </a:solidFill>
                          <a:effectLst/>
                          <a:latin typeface="Times New Roman" panose="02020603050405020304" pitchFamily="18" charset="0"/>
                          <a:cs typeface="Times New Roman" panose="02020603050405020304" pitchFamily="18" charset="0"/>
                        </a:rPr>
                        <a:t>High maintenance cost</a:t>
                      </a:r>
                    </a:p>
                  </a:txBody>
                  <a:tcPr marL="61563" marR="5130" marT="5130" marB="0"/>
                </a:tc>
                <a:tc>
                  <a:txBody>
                    <a:bodyPr/>
                    <a:lstStyle/>
                    <a:p>
                      <a:pPr algn="l" rtl="0" fontAlgn="ctr">
                        <a:buNone/>
                      </a:pPr>
                      <a:r>
                        <a:rPr lang="en-US" sz="1800" kern="1200" dirty="0">
                          <a:solidFill>
                            <a:schemeClr val="dk1"/>
                          </a:solidFill>
                          <a:effectLst/>
                          <a:latin typeface="Times New Roman" panose="02020603050405020304" pitchFamily="18" charset="0"/>
                          <a:ea typeface="+mn-ea"/>
                          <a:cs typeface="Times New Roman" panose="02020603050405020304" pitchFamily="18" charset="0"/>
                        </a:rPr>
                        <a:t>Predict failures early</a:t>
                      </a:r>
                      <a:endParaRPr lang="en-US" sz="1600" b="0"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tc>
                <a:tc>
                  <a:txBody>
                    <a:bodyPr/>
                    <a:lstStyle/>
                    <a:p>
                      <a:pPr>
                        <a:lnSpc>
                          <a:spcPct val="107000"/>
                        </a:lnSpc>
                        <a:spcAft>
                          <a:spcPts val="800"/>
                        </a:spcAft>
                        <a:buNone/>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ML models on sensor data</a:t>
                      </a:r>
                    </a:p>
                  </a:txBody>
                  <a:tcPr marL="9525" marR="9525" marT="9525" marB="9525" anchor="ctr"/>
                </a:tc>
                <a:tc>
                  <a:txBody>
                    <a:bodyPr/>
                    <a:lstStyle/>
                    <a:p>
                      <a:pPr>
                        <a:lnSpc>
                          <a:spcPct val="107000"/>
                        </a:lnSpc>
                        <a:spcAft>
                          <a:spcPts val="800"/>
                        </a:spcAft>
                        <a:buNone/>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Data-driven </a:t>
                      </a:r>
                      <a:r>
                        <a:rPr lang="en-IN" sz="1800" kern="100" dirty="0" err="1">
                          <a:effectLst/>
                          <a:latin typeface="Times New Roman" panose="02020603050405020304" pitchFamily="18" charset="0"/>
                          <a:ea typeface="Calibri" panose="020F0502020204030204" pitchFamily="34" charset="0"/>
                          <a:cs typeface="Times New Roman" panose="02020603050405020304" pitchFamily="18" charset="0"/>
                        </a:rPr>
                        <a:t>PdM</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reduces downtime</a:t>
                      </a:r>
                    </a:p>
                    <a:p>
                      <a:pPr>
                        <a:lnSpc>
                          <a:spcPct val="107000"/>
                        </a:lnSpc>
                        <a:spcAft>
                          <a:spcPts val="800"/>
                        </a:spcAft>
                        <a:buNone/>
                      </a:pP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962958738"/>
                  </a:ext>
                </a:extLst>
              </a:tr>
              <a:tr h="1859248">
                <a:tc>
                  <a:txBody>
                    <a:bodyPr/>
                    <a:lstStyle/>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6.</a:t>
                      </a:r>
                      <a:endParaRPr lang="en-IN" dirty="0">
                        <a:latin typeface="Times New Roman" panose="02020603050405020304" pitchFamily="18" charset="0"/>
                        <a:cs typeface="Times New Roman" panose="02020603050405020304" pitchFamily="18" charset="0"/>
                      </a:endParaRPr>
                    </a:p>
                  </a:txBody>
                  <a:tcPr/>
                </a:tc>
                <a:tc>
                  <a:txBody>
                    <a:bodyPr/>
                    <a:lstStyle/>
                    <a:p>
                      <a:pPr>
                        <a:lnSpc>
                          <a:spcPct val="107000"/>
                        </a:lnSpc>
                        <a:spcAft>
                          <a:spcPts val="800"/>
                        </a:spcAft>
                        <a:buNone/>
                      </a:pP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Deep Learning for </a:t>
                      </a:r>
                      <a:r>
                        <a:rPr lang="en-US" sz="2000" kern="100" dirty="0" err="1">
                          <a:effectLst/>
                          <a:latin typeface="Times New Roman" panose="02020603050405020304" pitchFamily="18" charset="0"/>
                          <a:ea typeface="Calibri" panose="020F0502020204030204" pitchFamily="34" charset="0"/>
                          <a:cs typeface="Times New Roman" panose="02020603050405020304" pitchFamily="18" charset="0"/>
                        </a:rPr>
                        <a:t>PdM</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Mechanical Systems and Signal Processing</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gn="l" rtl="0" fontAlgn="ctr">
                        <a:buNone/>
                      </a:pPr>
                      <a:endParaRPr lang="en-IN" sz="2000" b="0" i="0" u="none" strike="noStrike" dirty="0">
                        <a:solidFill>
                          <a:srgbClr val="1F1F1F"/>
                        </a:solidFill>
                        <a:effectLst/>
                        <a:latin typeface="Times New Roman" panose="02020603050405020304" pitchFamily="18" charset="0"/>
                        <a:cs typeface="Times New Roman" panose="02020603050405020304" pitchFamily="18" charset="0"/>
                      </a:endParaRPr>
                    </a:p>
                    <a:p>
                      <a:pPr algn="l" rtl="0" fontAlgn="ctr">
                        <a:buNone/>
                      </a:pPr>
                      <a:endParaRPr lang="en-IN" sz="2000" b="0" i="0" u="none" strike="noStrike" dirty="0">
                        <a:solidFill>
                          <a:srgbClr val="1F1F1F"/>
                        </a:solidFill>
                        <a:effectLst/>
                        <a:latin typeface="Times New Roman" panose="02020603050405020304" pitchFamily="18" charset="0"/>
                        <a:cs typeface="Times New Roman" panose="02020603050405020304" pitchFamily="18" charset="0"/>
                      </a:endParaRPr>
                    </a:p>
                    <a:p>
                      <a:pPr algn="l" rtl="0" fontAlgn="ctr">
                        <a:buNone/>
                      </a:pPr>
                      <a:endParaRPr lang="en-IN" sz="2000" b="0" i="0" u="none" strike="noStrike" dirty="0">
                        <a:solidFill>
                          <a:srgbClr val="1F1F1F"/>
                        </a:solidFill>
                        <a:effectLst/>
                        <a:latin typeface="Times New Roman" panose="02020603050405020304" pitchFamily="18" charset="0"/>
                        <a:cs typeface="Times New Roman" panose="02020603050405020304" pitchFamily="18" charset="0"/>
                      </a:endParaRPr>
                    </a:p>
                    <a:p>
                      <a:pPr algn="l" rtl="0" fontAlgn="ctr">
                        <a:buNone/>
                      </a:pPr>
                      <a:r>
                        <a:rPr lang="en-IN" sz="2000" b="0" i="0" u="none" strike="noStrike" dirty="0">
                          <a:solidFill>
                            <a:srgbClr val="1F1F1F"/>
                          </a:solidFill>
                          <a:effectLst/>
                          <a:latin typeface="Times New Roman" panose="02020603050405020304" pitchFamily="18" charset="0"/>
                          <a:cs typeface="Times New Roman" panose="02020603050405020304" pitchFamily="18" charset="0"/>
                        </a:rPr>
                        <a:t>10.1016/j.ymssp.2018.04.014</a:t>
                      </a:r>
                    </a:p>
                  </a:txBody>
                  <a:tcPr marL="61563" marR="5130" marT="5130" marB="0"/>
                </a:tc>
                <a:tc>
                  <a:txBody>
                    <a:bodyPr/>
                    <a:lstStyle/>
                    <a:p>
                      <a:pPr>
                        <a:lnSpc>
                          <a:spcPct val="107000"/>
                        </a:lnSpc>
                        <a:spcAft>
                          <a:spcPts val="800"/>
                        </a:spcAft>
                        <a:buNone/>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Manual feature extraction</a:t>
                      </a:r>
                    </a:p>
                  </a:txBody>
                  <a:tcPr marL="9525" marR="9525" marT="9525" marB="9525" anchor="ctr"/>
                </a:tc>
                <a:tc>
                  <a:txBody>
                    <a:bodyPr/>
                    <a:lstStyle/>
                    <a:p>
                      <a:pPr>
                        <a:lnSpc>
                          <a:spcPct val="107000"/>
                        </a:lnSpc>
                        <a:spcAft>
                          <a:spcPts val="800"/>
                        </a:spcAft>
                        <a:buNone/>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Use deep learning</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gn="l" rtl="0" fontAlgn="ctr">
                        <a:buNone/>
                      </a:pPr>
                      <a:endParaRPr lang="en-IN" sz="1800" kern="1200" dirty="0">
                        <a:solidFill>
                          <a:schemeClr val="dk1"/>
                        </a:solidFill>
                        <a:effectLst/>
                        <a:latin typeface="Times New Roman" panose="02020603050405020304" pitchFamily="18" charset="0"/>
                        <a:ea typeface="+mn-ea"/>
                        <a:cs typeface="Times New Roman" panose="02020603050405020304" pitchFamily="18" charset="0"/>
                      </a:endParaRPr>
                    </a:p>
                    <a:p>
                      <a:pPr algn="l" rtl="0" fontAlgn="ctr">
                        <a:buNone/>
                      </a:pPr>
                      <a:endParaRPr lang="en-IN" sz="1800" kern="1200" dirty="0">
                        <a:solidFill>
                          <a:schemeClr val="dk1"/>
                        </a:solidFill>
                        <a:effectLst/>
                        <a:latin typeface="Times New Roman" panose="02020603050405020304" pitchFamily="18" charset="0"/>
                        <a:ea typeface="+mn-ea"/>
                        <a:cs typeface="Times New Roman" panose="02020603050405020304" pitchFamily="18" charset="0"/>
                      </a:endParaRPr>
                    </a:p>
                    <a:p>
                      <a:pPr algn="l" rtl="0" fontAlgn="ctr">
                        <a:buNone/>
                      </a:pPr>
                      <a:endParaRPr lang="en-IN" sz="1800" kern="1200" dirty="0">
                        <a:solidFill>
                          <a:schemeClr val="dk1"/>
                        </a:solidFill>
                        <a:effectLst/>
                        <a:latin typeface="Times New Roman" panose="02020603050405020304" pitchFamily="18" charset="0"/>
                        <a:ea typeface="+mn-ea"/>
                        <a:cs typeface="Times New Roman" panose="02020603050405020304" pitchFamily="18" charset="0"/>
                      </a:endParaRPr>
                    </a:p>
                    <a:p>
                      <a:pPr algn="l" rtl="0" fontAlgn="ctr">
                        <a:buNone/>
                      </a:pPr>
                      <a:r>
                        <a:rPr lang="en-IN" sz="1800" kern="1200" dirty="0">
                          <a:solidFill>
                            <a:schemeClr val="dk1"/>
                          </a:solidFill>
                          <a:effectLst/>
                          <a:latin typeface="Times New Roman" panose="02020603050405020304" pitchFamily="18" charset="0"/>
                          <a:ea typeface="+mn-ea"/>
                          <a:cs typeface="Times New Roman" panose="02020603050405020304" pitchFamily="18" charset="0"/>
                        </a:rPr>
                        <a:t>CNN, RNN models</a:t>
                      </a:r>
                      <a:endParaRPr lang="en-US" sz="1600" b="0"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tc>
                <a:tc>
                  <a:txBody>
                    <a:bodyPr/>
                    <a:lstStyle/>
                    <a:p>
                      <a:pPr algn="l" rtl="0" fontAlgn="ctr">
                        <a:buNone/>
                      </a:pPr>
                      <a:endParaRPr lang="en-US" sz="1800" b="0" i="0" u="none" strike="noStrike" dirty="0">
                        <a:solidFill>
                          <a:srgbClr val="1F1F1F"/>
                        </a:solidFill>
                        <a:effectLst/>
                        <a:latin typeface="Times New Roman" panose="02020603050405020304" pitchFamily="18" charset="0"/>
                        <a:cs typeface="Times New Roman" panose="02020603050405020304" pitchFamily="18" charset="0"/>
                      </a:endParaRPr>
                    </a:p>
                    <a:p>
                      <a:pPr algn="l" rtl="0" fontAlgn="ctr">
                        <a:buNone/>
                      </a:pPr>
                      <a:endParaRPr lang="en-US" sz="1800" b="0" i="0" u="none" strike="noStrike" dirty="0">
                        <a:solidFill>
                          <a:srgbClr val="1F1F1F"/>
                        </a:solidFill>
                        <a:effectLst/>
                        <a:latin typeface="Times New Roman" panose="02020603050405020304" pitchFamily="18" charset="0"/>
                        <a:cs typeface="Times New Roman" panose="02020603050405020304" pitchFamily="18" charset="0"/>
                      </a:endParaRPr>
                    </a:p>
                    <a:p>
                      <a:pPr algn="l" rtl="0" fontAlgn="ctr">
                        <a:buNone/>
                      </a:pPr>
                      <a:endParaRPr lang="en-US" sz="1800" b="0" i="0" u="none" strike="noStrike" dirty="0">
                        <a:solidFill>
                          <a:srgbClr val="1F1F1F"/>
                        </a:solidFill>
                        <a:effectLst/>
                        <a:latin typeface="Times New Roman" panose="02020603050405020304" pitchFamily="18" charset="0"/>
                        <a:cs typeface="Times New Roman" panose="02020603050405020304" pitchFamily="18" charset="0"/>
                      </a:endParaRPr>
                    </a:p>
                    <a:p>
                      <a:pPr algn="l" rtl="0" fontAlgn="ctr">
                        <a:buNone/>
                      </a:pPr>
                      <a:r>
                        <a:rPr lang="en-US" sz="1800" b="0" i="0" u="none" strike="noStrike" dirty="0">
                          <a:solidFill>
                            <a:srgbClr val="1F1F1F"/>
                          </a:solidFill>
                          <a:effectLst/>
                          <a:latin typeface="Times New Roman" panose="02020603050405020304" pitchFamily="18" charset="0"/>
                          <a:cs typeface="Times New Roman" panose="02020603050405020304" pitchFamily="18" charset="0"/>
                        </a:rPr>
                        <a:t>DL improves fault detection</a:t>
                      </a:r>
                    </a:p>
                  </a:txBody>
                  <a:tcPr marL="61563" marR="5130" marT="5130" marB="0"/>
                </a:tc>
                <a:extLst>
                  <a:ext uri="{0D108BD9-81ED-4DB2-BD59-A6C34878D82A}">
                    <a16:rowId xmlns:a16="http://schemas.microsoft.com/office/drawing/2014/main" val="1827399114"/>
                  </a:ext>
                </a:extLst>
              </a:tr>
            </a:tbl>
          </a:graphicData>
        </a:graphic>
      </p:graphicFrame>
    </p:spTree>
    <p:extLst>
      <p:ext uri="{BB962C8B-B14F-4D97-AF65-F5344CB8AC3E}">
        <p14:creationId xmlns:p14="http://schemas.microsoft.com/office/powerpoint/2010/main" val="21378071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8FFA3C-B20B-6C6D-C0A8-F888F4BDE161}"/>
              </a:ext>
            </a:extLst>
          </p:cNvPr>
          <p:cNvSpPr>
            <a:spLocks noGrp="1"/>
          </p:cNvSpPr>
          <p:nvPr>
            <p:ph type="title"/>
          </p:nvPr>
        </p:nvSpPr>
        <p:spPr/>
        <p:txBody>
          <a:bodyPr/>
          <a:lstStyle/>
          <a:p>
            <a:endParaRPr lang="en-IN"/>
          </a:p>
        </p:txBody>
      </p:sp>
      <p:graphicFrame>
        <p:nvGraphicFramePr>
          <p:cNvPr id="3" name="Table 2">
            <a:extLst>
              <a:ext uri="{FF2B5EF4-FFF2-40B4-BE49-F238E27FC236}">
                <a16:creationId xmlns:a16="http://schemas.microsoft.com/office/drawing/2014/main" id="{D3E299EC-D79E-04E4-7629-56FFCCCE6587}"/>
              </a:ext>
            </a:extLst>
          </p:cNvPr>
          <p:cNvGraphicFramePr>
            <a:graphicFrameLocks noGrp="1"/>
          </p:cNvGraphicFramePr>
          <p:nvPr>
            <p:extLst>
              <p:ext uri="{D42A27DB-BD31-4B8C-83A1-F6EECF244321}">
                <p14:modId xmlns:p14="http://schemas.microsoft.com/office/powerpoint/2010/main" val="1160594201"/>
              </p:ext>
            </p:extLst>
          </p:nvPr>
        </p:nvGraphicFramePr>
        <p:xfrm>
          <a:off x="0" y="171451"/>
          <a:ext cx="9062357" cy="4523014"/>
        </p:xfrm>
        <a:graphic>
          <a:graphicData uri="http://schemas.openxmlformats.org/drawingml/2006/table">
            <a:tbl>
              <a:tblPr firstRow="1" bandRow="1">
                <a:tableStyleId>{5C22544A-7EE6-4342-B048-85BDC9FD1C3A}</a:tableStyleId>
              </a:tblPr>
              <a:tblGrid>
                <a:gridCol w="519895">
                  <a:extLst>
                    <a:ext uri="{9D8B030D-6E8A-4147-A177-3AD203B41FA5}">
                      <a16:colId xmlns:a16="http://schemas.microsoft.com/office/drawing/2014/main" val="3459579071"/>
                    </a:ext>
                  </a:extLst>
                </a:gridCol>
                <a:gridCol w="1237000">
                  <a:extLst>
                    <a:ext uri="{9D8B030D-6E8A-4147-A177-3AD203B41FA5}">
                      <a16:colId xmlns:a16="http://schemas.microsoft.com/office/drawing/2014/main" val="747411677"/>
                    </a:ext>
                  </a:extLst>
                </a:gridCol>
                <a:gridCol w="1092279">
                  <a:extLst>
                    <a:ext uri="{9D8B030D-6E8A-4147-A177-3AD203B41FA5}">
                      <a16:colId xmlns:a16="http://schemas.microsoft.com/office/drawing/2014/main" val="3900321974"/>
                    </a:ext>
                  </a:extLst>
                </a:gridCol>
                <a:gridCol w="1121970">
                  <a:extLst>
                    <a:ext uri="{9D8B030D-6E8A-4147-A177-3AD203B41FA5}">
                      <a16:colId xmlns:a16="http://schemas.microsoft.com/office/drawing/2014/main" val="2798429478"/>
                    </a:ext>
                  </a:extLst>
                </a:gridCol>
                <a:gridCol w="1339857">
                  <a:extLst>
                    <a:ext uri="{9D8B030D-6E8A-4147-A177-3AD203B41FA5}">
                      <a16:colId xmlns:a16="http://schemas.microsoft.com/office/drawing/2014/main" val="770281717"/>
                    </a:ext>
                  </a:extLst>
                </a:gridCol>
                <a:gridCol w="1282633">
                  <a:extLst>
                    <a:ext uri="{9D8B030D-6E8A-4147-A177-3AD203B41FA5}">
                      <a16:colId xmlns:a16="http://schemas.microsoft.com/office/drawing/2014/main" val="2470932240"/>
                    </a:ext>
                  </a:extLst>
                </a:gridCol>
                <a:gridCol w="1282633">
                  <a:extLst>
                    <a:ext uri="{9D8B030D-6E8A-4147-A177-3AD203B41FA5}">
                      <a16:colId xmlns:a16="http://schemas.microsoft.com/office/drawing/2014/main" val="1871041667"/>
                    </a:ext>
                  </a:extLst>
                </a:gridCol>
                <a:gridCol w="1186090">
                  <a:extLst>
                    <a:ext uri="{9D8B030D-6E8A-4147-A177-3AD203B41FA5}">
                      <a16:colId xmlns:a16="http://schemas.microsoft.com/office/drawing/2014/main" val="1620766482"/>
                    </a:ext>
                  </a:extLst>
                </a:gridCol>
              </a:tblGrid>
              <a:tr h="1023628">
                <a:tc>
                  <a:txBody>
                    <a:bodyPr/>
                    <a:lstStyle/>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dirty="0" err="1">
                          <a:latin typeface="Times New Roman" panose="02020603050405020304" pitchFamily="18" charset="0"/>
                          <a:cs typeface="Times New Roman" panose="02020603050405020304" pitchFamily="18" charset="0"/>
                        </a:rPr>
                        <a:t>S.No</a:t>
                      </a:r>
                      <a:endParaRPr lang="en-IN" dirty="0">
                        <a:latin typeface="Times New Roman" panose="02020603050405020304" pitchFamily="18" charset="0"/>
                        <a:cs typeface="Times New Roman" panose="02020603050405020304" pitchFamily="18" charset="0"/>
                      </a:endParaRPr>
                    </a:p>
                  </a:txBody>
                  <a:tcPr/>
                </a:tc>
                <a:tc>
                  <a:txBody>
                    <a:bodyPr/>
                    <a:lstStyle/>
                    <a:p>
                      <a:pPr algn="l" rtl="0" fontAlgn="ctr">
                        <a:buNone/>
                      </a:pPr>
                      <a:r>
                        <a:rPr lang="en-IN" sz="1600" u="none" strike="noStrike" dirty="0">
                          <a:effectLst/>
                          <a:latin typeface="Times New Roman" panose="02020603050405020304" pitchFamily="18" charset="0"/>
                          <a:cs typeface="Times New Roman" panose="02020603050405020304" pitchFamily="18" charset="0"/>
                        </a:rPr>
                        <a:t>Title of Paper</a:t>
                      </a:r>
                      <a:endParaRPr lang="en-IN" sz="1600" b="1"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nchor="ctr"/>
                </a:tc>
                <a:tc>
                  <a:txBody>
                    <a:bodyPr/>
                    <a:lstStyle/>
                    <a:p>
                      <a:pPr algn="l" rtl="0" fontAlgn="ctr">
                        <a:buNone/>
                      </a:pPr>
                      <a:r>
                        <a:rPr lang="en-IN" sz="1600" u="none" strike="noStrike" dirty="0">
                          <a:effectLst/>
                          <a:latin typeface="Times New Roman" panose="02020603050405020304" pitchFamily="18" charset="0"/>
                          <a:cs typeface="Times New Roman" panose="02020603050405020304" pitchFamily="18" charset="0"/>
                        </a:rPr>
                        <a:t>Title of Journal / Conference</a:t>
                      </a:r>
                      <a:endParaRPr lang="en-IN" sz="1600" b="1"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nchor="ctr"/>
                </a:tc>
                <a:tc>
                  <a:txBody>
                    <a:bodyPr/>
                    <a:lstStyle/>
                    <a:p>
                      <a:pPr algn="l" rtl="0" fontAlgn="ctr">
                        <a:buNone/>
                      </a:pPr>
                      <a:r>
                        <a:rPr lang="en-IN" sz="1600" u="none" strike="noStrike" dirty="0">
                          <a:effectLst/>
                          <a:latin typeface="Times New Roman" panose="02020603050405020304" pitchFamily="18" charset="0"/>
                          <a:cs typeface="Times New Roman" panose="02020603050405020304" pitchFamily="18" charset="0"/>
                        </a:rPr>
                        <a:t>Reference with DOI</a:t>
                      </a:r>
                      <a:endParaRPr lang="en-IN" sz="1600" b="1"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nchor="ctr"/>
                </a:tc>
                <a:tc>
                  <a:txBody>
                    <a:bodyPr/>
                    <a:lstStyle/>
                    <a:p>
                      <a:pPr algn="l" rtl="0" fontAlgn="ctr">
                        <a:buNone/>
                      </a:pPr>
                      <a:r>
                        <a:rPr lang="en-IN" sz="1600" u="none" strike="noStrike" dirty="0">
                          <a:effectLst/>
                          <a:latin typeface="Times New Roman" panose="02020603050405020304" pitchFamily="18" charset="0"/>
                          <a:cs typeface="Times New Roman" panose="02020603050405020304" pitchFamily="18" charset="0"/>
                        </a:rPr>
                        <a:t>Gap Addressed</a:t>
                      </a:r>
                      <a:endParaRPr lang="en-IN" sz="1600" b="1"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nchor="ctr"/>
                </a:tc>
                <a:tc>
                  <a:txBody>
                    <a:bodyPr/>
                    <a:lstStyle/>
                    <a:p>
                      <a:pPr algn="l" rtl="0" fontAlgn="ctr">
                        <a:buNone/>
                      </a:pPr>
                      <a:r>
                        <a:rPr lang="en-IN" sz="1600" u="none" strike="noStrike" dirty="0">
                          <a:effectLst/>
                          <a:latin typeface="Times New Roman" panose="02020603050405020304" pitchFamily="18" charset="0"/>
                          <a:cs typeface="Times New Roman" panose="02020603050405020304" pitchFamily="18" charset="0"/>
                        </a:rPr>
                        <a:t>Objective of Research</a:t>
                      </a:r>
                      <a:endParaRPr lang="en-IN" sz="1600" b="1"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nchor="ctr"/>
                </a:tc>
                <a:tc>
                  <a:txBody>
                    <a:bodyPr/>
                    <a:lstStyle/>
                    <a:p>
                      <a:pPr algn="l" rtl="0" fontAlgn="ctr">
                        <a:buNone/>
                      </a:pPr>
                      <a:r>
                        <a:rPr lang="en-US" sz="1600" u="none" strike="noStrike" dirty="0">
                          <a:effectLst/>
                          <a:latin typeface="Times New Roman" panose="02020603050405020304" pitchFamily="18" charset="0"/>
                          <a:cs typeface="Times New Roman" panose="02020603050405020304" pitchFamily="18" charset="0"/>
                        </a:rPr>
                        <a:t>Focus of the Paper (Methodology Used)</a:t>
                      </a:r>
                      <a:endParaRPr lang="en-US" sz="1600" b="1"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nchor="ctr"/>
                </a:tc>
                <a:tc>
                  <a:txBody>
                    <a:bodyPr/>
                    <a:lstStyle/>
                    <a:p>
                      <a:pPr algn="l" rtl="0" fontAlgn="ctr">
                        <a:buNone/>
                      </a:pPr>
                      <a:r>
                        <a:rPr lang="en-IN" sz="1600" u="none" strike="noStrike" dirty="0">
                          <a:effectLst/>
                          <a:latin typeface="Times New Roman" panose="02020603050405020304" pitchFamily="18" charset="0"/>
                          <a:cs typeface="Times New Roman" panose="02020603050405020304" pitchFamily="18" charset="0"/>
                        </a:rPr>
                        <a:t>Summary in One Line</a:t>
                      </a:r>
                      <a:endParaRPr lang="en-IN" sz="1600" b="1"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nchor="ctr"/>
                </a:tc>
                <a:extLst>
                  <a:ext uri="{0D108BD9-81ED-4DB2-BD59-A6C34878D82A}">
                    <a16:rowId xmlns:a16="http://schemas.microsoft.com/office/drawing/2014/main" val="3208474895"/>
                  </a:ext>
                </a:extLst>
              </a:tr>
              <a:tr h="1527380">
                <a:tc>
                  <a:txBody>
                    <a:bodyPr/>
                    <a:lstStyle/>
                    <a:p>
                      <a:r>
                        <a:rPr lang="en-US" dirty="0">
                          <a:latin typeface="Times New Roman" panose="02020603050405020304" pitchFamily="18" charset="0"/>
                          <a:cs typeface="Times New Roman" panose="02020603050405020304" pitchFamily="18" charset="0"/>
                        </a:rPr>
                        <a:t>7.</a:t>
                      </a:r>
                      <a:endParaRPr lang="en-IN" dirty="0">
                        <a:latin typeface="Times New Roman" panose="02020603050405020304" pitchFamily="18" charset="0"/>
                        <a:cs typeface="Times New Roman" panose="02020603050405020304" pitchFamily="18" charset="0"/>
                      </a:endParaRPr>
                    </a:p>
                  </a:txBody>
                  <a:tcPr/>
                </a:tc>
                <a:tc>
                  <a:txBody>
                    <a:bodyPr/>
                    <a:lstStyle/>
                    <a:p>
                      <a:pPr algn="l" rtl="0" fontAlgn="ctr">
                        <a:buNone/>
                      </a:pPr>
                      <a:r>
                        <a:rPr lang="en-US" sz="1800" b="0" i="0" u="none" strike="noStrike" dirty="0" err="1">
                          <a:solidFill>
                            <a:srgbClr val="1F1F1F"/>
                          </a:solidFill>
                          <a:effectLst/>
                          <a:latin typeface="Times New Roman" panose="02020603050405020304" pitchFamily="18" charset="0"/>
                          <a:cs typeface="Times New Roman" panose="02020603050405020304" pitchFamily="18" charset="0"/>
                        </a:rPr>
                        <a:t>PdM</a:t>
                      </a:r>
                      <a:r>
                        <a:rPr lang="en-US" sz="1800" b="0" i="0" u="none" strike="noStrike" dirty="0">
                          <a:solidFill>
                            <a:srgbClr val="1F1F1F"/>
                          </a:solidFill>
                          <a:effectLst/>
                          <a:latin typeface="Times New Roman" panose="02020603050405020304" pitchFamily="18" charset="0"/>
                          <a:cs typeface="Times New Roman" panose="02020603050405020304" pitchFamily="18" charset="0"/>
                        </a:rPr>
                        <a:t> of Rotating Machines</a:t>
                      </a:r>
                    </a:p>
                  </a:txBody>
                  <a:tcPr marL="61563" marR="5130" marT="5130" marB="0"/>
                </a:tc>
                <a:tc>
                  <a:txBody>
                    <a:bodyPr/>
                    <a:lstStyle/>
                    <a:p>
                      <a:pPr algn="l" rtl="0" fontAlgn="ctr">
                        <a:buNone/>
                      </a:pPr>
                      <a:r>
                        <a:rPr lang="en-IN" sz="1800" b="0" i="0" u="none" strike="noStrike" dirty="0">
                          <a:solidFill>
                            <a:srgbClr val="1F1F1F"/>
                          </a:solidFill>
                          <a:effectLst/>
                          <a:latin typeface="Times New Roman" panose="02020603050405020304" pitchFamily="18" charset="0"/>
                          <a:cs typeface="Times New Roman" panose="02020603050405020304" pitchFamily="18" charset="0"/>
                        </a:rPr>
                        <a:t>Applied Sciences</a:t>
                      </a:r>
                    </a:p>
                  </a:txBody>
                  <a:tcPr marL="61563" marR="5130" marT="5130" marB="0"/>
                </a:tc>
                <a:tc>
                  <a:txBody>
                    <a:bodyPr/>
                    <a:lstStyle/>
                    <a:p>
                      <a:pPr>
                        <a:lnSpc>
                          <a:spcPct val="107000"/>
                        </a:lnSpc>
                        <a:spcAft>
                          <a:spcPts val="800"/>
                        </a:spcAft>
                        <a:buNone/>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10.3390/app9020266</a:t>
                      </a:r>
                    </a:p>
                  </a:txBody>
                  <a:tcPr marL="9525" marR="9525" marT="9525" marB="9525" anchor="ctr"/>
                </a:tc>
                <a:tc>
                  <a:txBody>
                    <a:bodyPr/>
                    <a:lstStyle/>
                    <a:p>
                      <a:pPr algn="l" rtl="0" fontAlgn="ctr">
                        <a:buNone/>
                      </a:pPr>
                      <a:r>
                        <a:rPr lang="en-US" sz="1800" b="0" i="0" u="none" strike="noStrike" dirty="0">
                          <a:solidFill>
                            <a:srgbClr val="1F1F1F"/>
                          </a:solidFill>
                          <a:effectLst/>
                          <a:latin typeface="Times New Roman" panose="02020603050405020304" pitchFamily="18" charset="0"/>
                          <a:cs typeface="Times New Roman" panose="02020603050405020304" pitchFamily="18" charset="0"/>
                        </a:rPr>
                        <a:t>Unexpected machine failures</a:t>
                      </a:r>
                    </a:p>
                  </a:txBody>
                  <a:tcPr marL="61563" marR="5130" marT="5130" marB="0"/>
                </a:tc>
                <a:tc>
                  <a:txBody>
                    <a:bodyPr/>
                    <a:lstStyle/>
                    <a:p>
                      <a:pPr algn="l" rtl="0" fontAlgn="ctr">
                        <a:buNone/>
                      </a:pPr>
                      <a:r>
                        <a:rPr lang="en-US" sz="1800" kern="1200" dirty="0">
                          <a:solidFill>
                            <a:schemeClr val="dk1"/>
                          </a:solidFill>
                          <a:effectLst/>
                          <a:latin typeface="Times New Roman" panose="02020603050405020304" pitchFamily="18" charset="0"/>
                          <a:ea typeface="+mn-ea"/>
                          <a:cs typeface="Times New Roman" panose="02020603050405020304" pitchFamily="18" charset="0"/>
                        </a:rPr>
                        <a:t>Improve fault diagnosis</a:t>
                      </a:r>
                      <a:endParaRPr lang="en-US" sz="1600" b="0"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tc>
                <a:tc>
                  <a:txBody>
                    <a:bodyPr/>
                    <a:lstStyle/>
                    <a:p>
                      <a:pPr algn="l" rtl="0" fontAlgn="ctr">
                        <a:buNone/>
                      </a:pPr>
                      <a:r>
                        <a:rPr lang="en-US" sz="1800" b="0" i="0" u="none" strike="noStrike" dirty="0">
                          <a:solidFill>
                            <a:srgbClr val="1F1F1F"/>
                          </a:solidFill>
                          <a:effectLst/>
                          <a:latin typeface="Times New Roman" panose="02020603050405020304" pitchFamily="18" charset="0"/>
                          <a:cs typeface="Times New Roman" panose="02020603050405020304" pitchFamily="18" charset="0"/>
                        </a:rPr>
                        <a:t>Vibration analysis + ML</a:t>
                      </a:r>
                    </a:p>
                  </a:txBody>
                  <a:tcPr marL="61563" marR="5130" marT="5130" marB="0"/>
                </a:tc>
                <a:tc>
                  <a:txBody>
                    <a:bodyPr/>
                    <a:lstStyle/>
                    <a:p>
                      <a:pPr algn="l" rtl="0" fontAlgn="ctr">
                        <a:buNone/>
                      </a:pPr>
                      <a:r>
                        <a:rPr lang="en-US" sz="1800" b="0" i="0" u="none" strike="noStrike" dirty="0">
                          <a:solidFill>
                            <a:srgbClr val="1F1F1F"/>
                          </a:solidFill>
                          <a:effectLst/>
                          <a:latin typeface="Times New Roman" panose="02020603050405020304" pitchFamily="18" charset="0"/>
                          <a:cs typeface="Times New Roman" panose="02020603050405020304" pitchFamily="18" charset="0"/>
                        </a:rPr>
                        <a:t>Accurate prediction of failures</a:t>
                      </a:r>
                    </a:p>
                  </a:txBody>
                  <a:tcPr marL="61563" marR="5130" marT="5130" marB="0"/>
                </a:tc>
                <a:extLst>
                  <a:ext uri="{0D108BD9-81ED-4DB2-BD59-A6C34878D82A}">
                    <a16:rowId xmlns:a16="http://schemas.microsoft.com/office/drawing/2014/main" val="3007415074"/>
                  </a:ext>
                </a:extLst>
              </a:tr>
              <a:tr h="1972006">
                <a:tc>
                  <a:txBody>
                    <a:bodyPr/>
                    <a:lstStyle/>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8.</a:t>
                      </a:r>
                      <a:endParaRPr lang="en-IN" dirty="0">
                        <a:latin typeface="Times New Roman" panose="02020603050405020304" pitchFamily="18" charset="0"/>
                        <a:cs typeface="Times New Roman" panose="02020603050405020304" pitchFamily="18" charset="0"/>
                      </a:endParaRPr>
                    </a:p>
                  </a:txBody>
                  <a:tcPr/>
                </a:tc>
                <a:tc>
                  <a:txBody>
                    <a:bodyPr/>
                    <a:lstStyle/>
                    <a:p>
                      <a:pPr>
                        <a:lnSpc>
                          <a:spcPct val="107000"/>
                        </a:lnSpc>
                        <a:spcAft>
                          <a:spcPts val="800"/>
                        </a:spcAft>
                        <a:buNone/>
                      </a:pP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IoT and Big Data for </a:t>
                      </a:r>
                      <a:r>
                        <a:rPr lang="en-US" sz="2000" kern="100" dirty="0" err="1">
                          <a:effectLst/>
                          <a:latin typeface="Times New Roman" panose="02020603050405020304" pitchFamily="18" charset="0"/>
                          <a:ea typeface="Calibri" panose="020F0502020204030204" pitchFamily="34" charset="0"/>
                          <a:cs typeface="Times New Roman" panose="02020603050405020304" pitchFamily="18" charset="0"/>
                        </a:rPr>
                        <a:t>PdM</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Future Generation Computer Systems</a:t>
                      </a:r>
                    </a:p>
                  </a:txBody>
                  <a:tcPr marL="9525" marR="9525" marT="9525" marB="9525" anchor="ctr"/>
                </a:tc>
                <a:tc>
                  <a:txBody>
                    <a:bodyPr/>
                    <a:lstStyle/>
                    <a:p>
                      <a:pPr algn="l" rtl="0" fontAlgn="ctr">
                        <a:buNone/>
                      </a:pPr>
                      <a:endParaRPr lang="en-IN" sz="2000" b="0" i="0" u="none" strike="noStrike" dirty="0">
                        <a:solidFill>
                          <a:srgbClr val="1F1F1F"/>
                        </a:solidFill>
                        <a:effectLst/>
                        <a:latin typeface="Times New Roman" panose="02020603050405020304" pitchFamily="18" charset="0"/>
                        <a:cs typeface="Times New Roman" panose="02020603050405020304" pitchFamily="18" charset="0"/>
                      </a:endParaRPr>
                    </a:p>
                    <a:p>
                      <a:pPr algn="l" rtl="0" fontAlgn="ctr">
                        <a:buNone/>
                      </a:pPr>
                      <a:endParaRPr lang="en-IN" sz="2000" b="0" i="0" u="none" strike="noStrike" dirty="0">
                        <a:solidFill>
                          <a:srgbClr val="1F1F1F"/>
                        </a:solidFill>
                        <a:effectLst/>
                        <a:latin typeface="Times New Roman" panose="02020603050405020304" pitchFamily="18" charset="0"/>
                        <a:cs typeface="Times New Roman" panose="02020603050405020304" pitchFamily="18" charset="0"/>
                      </a:endParaRPr>
                    </a:p>
                    <a:p>
                      <a:pPr algn="l" rtl="0" fontAlgn="ctr">
                        <a:buNone/>
                      </a:pPr>
                      <a:r>
                        <a:rPr lang="en-IN" sz="2000" b="0" i="0" u="none" strike="noStrike" dirty="0">
                          <a:solidFill>
                            <a:srgbClr val="1F1F1F"/>
                          </a:solidFill>
                          <a:effectLst/>
                          <a:latin typeface="Times New Roman" panose="02020603050405020304" pitchFamily="18" charset="0"/>
                          <a:cs typeface="Times New Roman" panose="02020603050405020304" pitchFamily="18" charset="0"/>
                        </a:rPr>
                        <a:t>10.1016/j.future.2017.09.019</a:t>
                      </a:r>
                    </a:p>
                  </a:txBody>
                  <a:tcPr marL="61563" marR="5130" marT="5130" marB="0"/>
                </a:tc>
                <a:tc>
                  <a:txBody>
                    <a:bodyPr/>
                    <a:lstStyle/>
                    <a:p>
                      <a:pPr>
                        <a:lnSpc>
                          <a:spcPct val="107000"/>
                        </a:lnSpc>
                        <a:spcAft>
                          <a:spcPts val="800"/>
                        </a:spcAft>
                        <a:buNone/>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Handling large sensor data</a:t>
                      </a:r>
                    </a:p>
                  </a:txBody>
                  <a:tcPr marL="9525" marR="9525" marT="9525" marB="9525" anchor="ctr"/>
                </a:tc>
                <a:tc>
                  <a:txBody>
                    <a:bodyPr/>
                    <a:lstStyle/>
                    <a:p>
                      <a:pPr>
                        <a:lnSpc>
                          <a:spcPct val="107000"/>
                        </a:lnSpc>
                        <a:spcAft>
                          <a:spcPts val="800"/>
                        </a:spcAft>
                        <a:buNone/>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Big-data </a:t>
                      </a:r>
                      <a:r>
                        <a:rPr lang="en-US" sz="1800" kern="100" dirty="0" err="1">
                          <a:effectLst/>
                          <a:latin typeface="Times New Roman" panose="02020603050405020304" pitchFamily="18" charset="0"/>
                          <a:ea typeface="Calibri" panose="020F0502020204030204" pitchFamily="34" charset="0"/>
                          <a:cs typeface="Times New Roman" panose="02020603050405020304" pitchFamily="18" charset="0"/>
                        </a:rPr>
                        <a:t>PdM</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framework</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gn="l" rtl="0" fontAlgn="ctr">
                        <a:buNone/>
                      </a:pPr>
                      <a:endParaRPr lang="en-IN" sz="1800" kern="1200" dirty="0">
                        <a:solidFill>
                          <a:schemeClr val="dk1"/>
                        </a:solidFill>
                        <a:effectLst/>
                        <a:latin typeface="Times New Roman" panose="02020603050405020304" pitchFamily="18" charset="0"/>
                        <a:ea typeface="+mn-ea"/>
                        <a:cs typeface="Times New Roman" panose="02020603050405020304" pitchFamily="18" charset="0"/>
                      </a:endParaRPr>
                    </a:p>
                    <a:p>
                      <a:pPr algn="l" rtl="0" fontAlgn="ctr">
                        <a:buNone/>
                      </a:pPr>
                      <a:endParaRPr lang="en-IN" sz="1800" kern="1200" dirty="0">
                        <a:solidFill>
                          <a:schemeClr val="dk1"/>
                        </a:solidFill>
                        <a:effectLst/>
                        <a:latin typeface="Times New Roman" panose="02020603050405020304" pitchFamily="18" charset="0"/>
                        <a:ea typeface="+mn-ea"/>
                        <a:cs typeface="Times New Roman" panose="02020603050405020304" pitchFamily="18" charset="0"/>
                      </a:endParaRPr>
                    </a:p>
                    <a:p>
                      <a:pPr algn="l" rtl="0" fontAlgn="ctr">
                        <a:buNone/>
                      </a:pPr>
                      <a:endParaRPr lang="en-IN" sz="1800" kern="1200" dirty="0">
                        <a:solidFill>
                          <a:schemeClr val="dk1"/>
                        </a:solidFill>
                        <a:effectLst/>
                        <a:latin typeface="Times New Roman" panose="02020603050405020304" pitchFamily="18" charset="0"/>
                        <a:ea typeface="+mn-ea"/>
                        <a:cs typeface="Times New Roman" panose="02020603050405020304" pitchFamily="18" charset="0"/>
                      </a:endParaRPr>
                    </a:p>
                    <a:p>
                      <a:pPr algn="l" rtl="0" fontAlgn="ctr">
                        <a:buNone/>
                      </a:pPr>
                      <a:r>
                        <a:rPr lang="en-IN" sz="1800" kern="1200" dirty="0">
                          <a:solidFill>
                            <a:schemeClr val="dk1"/>
                          </a:solidFill>
                          <a:effectLst/>
                          <a:latin typeface="Times New Roman" panose="02020603050405020304" pitchFamily="18" charset="0"/>
                          <a:ea typeface="+mn-ea"/>
                          <a:cs typeface="Times New Roman" panose="02020603050405020304" pitchFamily="18" charset="0"/>
                        </a:rPr>
                        <a:t>Hadoop + ML</a:t>
                      </a:r>
                      <a:endParaRPr lang="en-US" sz="1600" b="0"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tc>
                <a:tc>
                  <a:txBody>
                    <a:bodyPr/>
                    <a:lstStyle/>
                    <a:p>
                      <a:pPr>
                        <a:lnSpc>
                          <a:spcPct val="107000"/>
                        </a:lnSpc>
                        <a:spcAft>
                          <a:spcPts val="800"/>
                        </a:spcAft>
                        <a:buNone/>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Big data improves </a:t>
                      </a:r>
                      <a:r>
                        <a:rPr lang="en-IN" sz="1800" kern="100" dirty="0" err="1">
                          <a:effectLst/>
                          <a:latin typeface="Times New Roman" panose="02020603050405020304" pitchFamily="18" charset="0"/>
                          <a:ea typeface="Calibri" panose="020F0502020204030204" pitchFamily="34" charset="0"/>
                          <a:cs typeface="Times New Roman" panose="02020603050405020304" pitchFamily="18" charset="0"/>
                        </a:rPr>
                        <a:t>PdM</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scalability</a:t>
                      </a:r>
                    </a:p>
                  </a:txBody>
                  <a:tcPr marL="9525" marR="9525" marT="9525" marB="9525" anchor="ctr"/>
                </a:tc>
                <a:extLst>
                  <a:ext uri="{0D108BD9-81ED-4DB2-BD59-A6C34878D82A}">
                    <a16:rowId xmlns:a16="http://schemas.microsoft.com/office/drawing/2014/main" val="3044650716"/>
                  </a:ext>
                </a:extLst>
              </a:tr>
            </a:tbl>
          </a:graphicData>
        </a:graphic>
      </p:graphicFrame>
    </p:spTree>
    <p:extLst>
      <p:ext uri="{BB962C8B-B14F-4D97-AF65-F5344CB8AC3E}">
        <p14:creationId xmlns:p14="http://schemas.microsoft.com/office/powerpoint/2010/main" val="3850970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52EB9-18BD-53F4-46ED-519D4C39E93D}"/>
              </a:ext>
            </a:extLst>
          </p:cNvPr>
          <p:cNvSpPr>
            <a:spLocks noGrp="1"/>
          </p:cNvSpPr>
          <p:nvPr>
            <p:ph type="title"/>
          </p:nvPr>
        </p:nvSpPr>
        <p:spPr/>
        <p:txBody>
          <a:bodyPr/>
          <a:lstStyle/>
          <a:p>
            <a:endParaRPr lang="en-IN"/>
          </a:p>
        </p:txBody>
      </p:sp>
      <p:graphicFrame>
        <p:nvGraphicFramePr>
          <p:cNvPr id="3" name="Table 2">
            <a:extLst>
              <a:ext uri="{FF2B5EF4-FFF2-40B4-BE49-F238E27FC236}">
                <a16:creationId xmlns:a16="http://schemas.microsoft.com/office/drawing/2014/main" id="{C522485A-AFF2-9A90-6738-2885175A8657}"/>
              </a:ext>
            </a:extLst>
          </p:cNvPr>
          <p:cNvGraphicFramePr>
            <a:graphicFrameLocks noGrp="1"/>
          </p:cNvGraphicFramePr>
          <p:nvPr>
            <p:extLst>
              <p:ext uri="{D42A27DB-BD31-4B8C-83A1-F6EECF244321}">
                <p14:modId xmlns:p14="http://schemas.microsoft.com/office/powerpoint/2010/main" val="3013820777"/>
              </p:ext>
            </p:extLst>
          </p:nvPr>
        </p:nvGraphicFramePr>
        <p:xfrm>
          <a:off x="73479" y="326571"/>
          <a:ext cx="9070521" cy="4297579"/>
        </p:xfrm>
        <a:graphic>
          <a:graphicData uri="http://schemas.openxmlformats.org/drawingml/2006/table">
            <a:tbl>
              <a:tblPr firstRow="1" bandRow="1">
                <a:tableStyleId>{5C22544A-7EE6-4342-B048-85BDC9FD1C3A}</a:tableStyleId>
              </a:tblPr>
              <a:tblGrid>
                <a:gridCol w="520365">
                  <a:extLst>
                    <a:ext uri="{9D8B030D-6E8A-4147-A177-3AD203B41FA5}">
                      <a16:colId xmlns:a16="http://schemas.microsoft.com/office/drawing/2014/main" val="3907930717"/>
                    </a:ext>
                  </a:extLst>
                </a:gridCol>
                <a:gridCol w="1238113">
                  <a:extLst>
                    <a:ext uri="{9D8B030D-6E8A-4147-A177-3AD203B41FA5}">
                      <a16:colId xmlns:a16="http://schemas.microsoft.com/office/drawing/2014/main" val="141062026"/>
                    </a:ext>
                  </a:extLst>
                </a:gridCol>
                <a:gridCol w="1093264">
                  <a:extLst>
                    <a:ext uri="{9D8B030D-6E8A-4147-A177-3AD203B41FA5}">
                      <a16:colId xmlns:a16="http://schemas.microsoft.com/office/drawing/2014/main" val="3622552011"/>
                    </a:ext>
                  </a:extLst>
                </a:gridCol>
                <a:gridCol w="1122980">
                  <a:extLst>
                    <a:ext uri="{9D8B030D-6E8A-4147-A177-3AD203B41FA5}">
                      <a16:colId xmlns:a16="http://schemas.microsoft.com/office/drawing/2014/main" val="3157656947"/>
                    </a:ext>
                  </a:extLst>
                </a:gridCol>
                <a:gridCol w="1341063">
                  <a:extLst>
                    <a:ext uri="{9D8B030D-6E8A-4147-A177-3AD203B41FA5}">
                      <a16:colId xmlns:a16="http://schemas.microsoft.com/office/drawing/2014/main" val="3945749626"/>
                    </a:ext>
                  </a:extLst>
                </a:gridCol>
                <a:gridCol w="1283788">
                  <a:extLst>
                    <a:ext uri="{9D8B030D-6E8A-4147-A177-3AD203B41FA5}">
                      <a16:colId xmlns:a16="http://schemas.microsoft.com/office/drawing/2014/main" val="1770508220"/>
                    </a:ext>
                  </a:extLst>
                </a:gridCol>
                <a:gridCol w="1283788">
                  <a:extLst>
                    <a:ext uri="{9D8B030D-6E8A-4147-A177-3AD203B41FA5}">
                      <a16:colId xmlns:a16="http://schemas.microsoft.com/office/drawing/2014/main" val="2458628462"/>
                    </a:ext>
                  </a:extLst>
                </a:gridCol>
                <a:gridCol w="1187160">
                  <a:extLst>
                    <a:ext uri="{9D8B030D-6E8A-4147-A177-3AD203B41FA5}">
                      <a16:colId xmlns:a16="http://schemas.microsoft.com/office/drawing/2014/main" val="2146107014"/>
                    </a:ext>
                  </a:extLst>
                </a:gridCol>
              </a:tblGrid>
              <a:tr h="1023256">
                <a:tc>
                  <a:txBody>
                    <a:bodyPr/>
                    <a:lstStyle/>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dirty="0" err="1">
                          <a:latin typeface="Times New Roman" panose="02020603050405020304" pitchFamily="18" charset="0"/>
                          <a:cs typeface="Times New Roman" panose="02020603050405020304" pitchFamily="18" charset="0"/>
                        </a:rPr>
                        <a:t>S.No</a:t>
                      </a:r>
                      <a:endParaRPr lang="en-IN" dirty="0">
                        <a:latin typeface="Times New Roman" panose="02020603050405020304" pitchFamily="18" charset="0"/>
                        <a:cs typeface="Times New Roman" panose="02020603050405020304" pitchFamily="18" charset="0"/>
                      </a:endParaRPr>
                    </a:p>
                  </a:txBody>
                  <a:tcPr/>
                </a:tc>
                <a:tc>
                  <a:txBody>
                    <a:bodyPr/>
                    <a:lstStyle/>
                    <a:p>
                      <a:pPr algn="l" rtl="0" fontAlgn="ctr">
                        <a:buNone/>
                      </a:pPr>
                      <a:r>
                        <a:rPr lang="en-IN" sz="1600" u="none" strike="noStrike" dirty="0">
                          <a:effectLst/>
                          <a:latin typeface="Times New Roman" panose="02020603050405020304" pitchFamily="18" charset="0"/>
                          <a:cs typeface="Times New Roman" panose="02020603050405020304" pitchFamily="18" charset="0"/>
                        </a:rPr>
                        <a:t>Title of Paper</a:t>
                      </a:r>
                      <a:endParaRPr lang="en-IN" sz="1600" b="1"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nchor="ctr"/>
                </a:tc>
                <a:tc>
                  <a:txBody>
                    <a:bodyPr/>
                    <a:lstStyle/>
                    <a:p>
                      <a:pPr algn="l" rtl="0" fontAlgn="ctr">
                        <a:buNone/>
                      </a:pPr>
                      <a:r>
                        <a:rPr lang="en-IN" sz="1600" u="none" strike="noStrike" dirty="0">
                          <a:effectLst/>
                          <a:latin typeface="Times New Roman" panose="02020603050405020304" pitchFamily="18" charset="0"/>
                          <a:cs typeface="Times New Roman" panose="02020603050405020304" pitchFamily="18" charset="0"/>
                        </a:rPr>
                        <a:t>Title of Journal / Conference</a:t>
                      </a:r>
                      <a:endParaRPr lang="en-IN" sz="1600" b="1"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nchor="ctr"/>
                </a:tc>
                <a:tc>
                  <a:txBody>
                    <a:bodyPr/>
                    <a:lstStyle/>
                    <a:p>
                      <a:pPr algn="l" rtl="0" fontAlgn="ctr">
                        <a:buNone/>
                      </a:pPr>
                      <a:r>
                        <a:rPr lang="en-IN" sz="1600" u="none" strike="noStrike" dirty="0">
                          <a:effectLst/>
                          <a:latin typeface="Times New Roman" panose="02020603050405020304" pitchFamily="18" charset="0"/>
                          <a:cs typeface="Times New Roman" panose="02020603050405020304" pitchFamily="18" charset="0"/>
                        </a:rPr>
                        <a:t>Reference with DOI</a:t>
                      </a:r>
                      <a:endParaRPr lang="en-IN" sz="1600" b="1"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nchor="ctr"/>
                </a:tc>
                <a:tc>
                  <a:txBody>
                    <a:bodyPr/>
                    <a:lstStyle/>
                    <a:p>
                      <a:pPr algn="l" rtl="0" fontAlgn="ctr">
                        <a:buNone/>
                      </a:pPr>
                      <a:r>
                        <a:rPr lang="en-IN" sz="1600" u="none" strike="noStrike" dirty="0">
                          <a:effectLst/>
                          <a:latin typeface="Times New Roman" panose="02020603050405020304" pitchFamily="18" charset="0"/>
                          <a:cs typeface="Times New Roman" panose="02020603050405020304" pitchFamily="18" charset="0"/>
                        </a:rPr>
                        <a:t>Gap Addressed</a:t>
                      </a:r>
                      <a:endParaRPr lang="en-IN" sz="1600" b="1"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nchor="ctr"/>
                </a:tc>
                <a:tc>
                  <a:txBody>
                    <a:bodyPr/>
                    <a:lstStyle/>
                    <a:p>
                      <a:pPr algn="l" rtl="0" fontAlgn="ctr">
                        <a:buNone/>
                      </a:pPr>
                      <a:r>
                        <a:rPr lang="en-IN" sz="1600" u="none" strike="noStrike" dirty="0">
                          <a:effectLst/>
                          <a:latin typeface="Times New Roman" panose="02020603050405020304" pitchFamily="18" charset="0"/>
                          <a:cs typeface="Times New Roman" panose="02020603050405020304" pitchFamily="18" charset="0"/>
                        </a:rPr>
                        <a:t>Objective of Research</a:t>
                      </a:r>
                      <a:endParaRPr lang="en-IN" sz="1600" b="1"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nchor="ctr"/>
                </a:tc>
                <a:tc>
                  <a:txBody>
                    <a:bodyPr/>
                    <a:lstStyle/>
                    <a:p>
                      <a:pPr algn="l" rtl="0" fontAlgn="ctr">
                        <a:buNone/>
                      </a:pPr>
                      <a:r>
                        <a:rPr lang="en-US" sz="1600" u="none" strike="noStrike" dirty="0">
                          <a:effectLst/>
                          <a:latin typeface="Times New Roman" panose="02020603050405020304" pitchFamily="18" charset="0"/>
                          <a:cs typeface="Times New Roman" panose="02020603050405020304" pitchFamily="18" charset="0"/>
                        </a:rPr>
                        <a:t>Focus of the Paper (Methodology Used)</a:t>
                      </a:r>
                      <a:endParaRPr lang="en-US" sz="1600" b="1"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nchor="ctr"/>
                </a:tc>
                <a:tc>
                  <a:txBody>
                    <a:bodyPr/>
                    <a:lstStyle/>
                    <a:p>
                      <a:pPr algn="l" rtl="0" fontAlgn="ctr">
                        <a:buNone/>
                      </a:pPr>
                      <a:r>
                        <a:rPr lang="en-IN" sz="1600" u="none" strike="noStrike" dirty="0">
                          <a:effectLst/>
                          <a:latin typeface="Times New Roman" panose="02020603050405020304" pitchFamily="18" charset="0"/>
                          <a:cs typeface="Times New Roman" panose="02020603050405020304" pitchFamily="18" charset="0"/>
                        </a:rPr>
                        <a:t>Summary in One Line</a:t>
                      </a:r>
                      <a:endParaRPr lang="en-IN" sz="1600" b="1"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nchor="ctr"/>
                </a:tc>
                <a:extLst>
                  <a:ext uri="{0D108BD9-81ED-4DB2-BD59-A6C34878D82A}">
                    <a16:rowId xmlns:a16="http://schemas.microsoft.com/office/drawing/2014/main" val="3345653290"/>
                  </a:ext>
                </a:extLst>
              </a:tr>
              <a:tr h="1264973">
                <a:tc>
                  <a:txBody>
                    <a:bodyPr/>
                    <a:lstStyle/>
                    <a:p>
                      <a:r>
                        <a:rPr lang="en-US" dirty="0">
                          <a:latin typeface="Times New Roman" panose="02020603050405020304" pitchFamily="18" charset="0"/>
                          <a:cs typeface="Times New Roman" panose="02020603050405020304" pitchFamily="18" charset="0"/>
                        </a:rPr>
                        <a:t>9.</a:t>
                      </a:r>
                      <a:endParaRPr lang="en-IN" dirty="0">
                        <a:latin typeface="Times New Roman" panose="02020603050405020304" pitchFamily="18" charset="0"/>
                        <a:cs typeface="Times New Roman" panose="02020603050405020304" pitchFamily="18" charset="0"/>
                      </a:endParaRPr>
                    </a:p>
                  </a:txBody>
                  <a:tcPr/>
                </a:tc>
                <a:tc>
                  <a:txBody>
                    <a:bodyPr/>
                    <a:lstStyle/>
                    <a:p>
                      <a:pPr algn="l" rtl="0" fontAlgn="ctr">
                        <a:buNone/>
                      </a:pPr>
                      <a:r>
                        <a:rPr lang="en-US" sz="1800" b="0" i="0" u="none" strike="noStrike" dirty="0">
                          <a:solidFill>
                            <a:srgbClr val="1F1F1F"/>
                          </a:solidFill>
                          <a:effectLst/>
                          <a:latin typeface="Times New Roman" panose="02020603050405020304" pitchFamily="18" charset="0"/>
                          <a:cs typeface="Times New Roman" panose="02020603050405020304" pitchFamily="18" charset="0"/>
                        </a:rPr>
                        <a:t>ML-Based Fault Detection</a:t>
                      </a:r>
                    </a:p>
                  </a:txBody>
                  <a:tcPr marL="61563" marR="5130" marT="5130" marB="0"/>
                </a:tc>
                <a:tc>
                  <a:txBody>
                    <a:bodyPr/>
                    <a:lstStyle/>
                    <a:p>
                      <a:pPr algn="l" rtl="0" fontAlgn="ctr">
                        <a:buNone/>
                      </a:pPr>
                      <a:r>
                        <a:rPr lang="en-IN" sz="1800" b="0" i="0" u="none" strike="noStrike" dirty="0">
                          <a:solidFill>
                            <a:srgbClr val="1F1F1F"/>
                          </a:solidFill>
                          <a:effectLst/>
                          <a:latin typeface="Times New Roman" panose="02020603050405020304" pitchFamily="18" charset="0"/>
                          <a:cs typeface="Times New Roman" panose="02020603050405020304" pitchFamily="18" charset="0"/>
                        </a:rPr>
                        <a:t>Engineering Failure Analysis</a:t>
                      </a:r>
                    </a:p>
                  </a:txBody>
                  <a:tcPr marL="61563" marR="5130" marT="5130" marB="0"/>
                </a:tc>
                <a:tc>
                  <a:txBody>
                    <a:bodyPr/>
                    <a:lstStyle/>
                    <a:p>
                      <a:pPr algn="l" rtl="0" fontAlgn="ctr">
                        <a:buNone/>
                      </a:pPr>
                      <a:r>
                        <a:rPr lang="en-IN" sz="1800" dirty="0">
                          <a:latin typeface="Times New Roman" panose="02020603050405020304" pitchFamily="18" charset="0"/>
                          <a:cs typeface="Times New Roman" panose="02020603050405020304" pitchFamily="18" charset="0"/>
                        </a:rPr>
                        <a:t>10.1016/j.engfailanal.2017.12.005</a:t>
                      </a:r>
                      <a:endParaRPr lang="en-IN" sz="1800" b="0"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tc>
                <a:tc>
                  <a:txBody>
                    <a:bodyPr/>
                    <a:lstStyle/>
                    <a:p>
                      <a:pPr algn="l" rtl="0" fontAlgn="ctr">
                        <a:buNone/>
                      </a:pPr>
                      <a:r>
                        <a:rPr lang="en-US" sz="1800" b="0" i="0" u="none" strike="noStrike" dirty="0">
                          <a:solidFill>
                            <a:srgbClr val="1F1F1F"/>
                          </a:solidFill>
                          <a:effectLst/>
                          <a:latin typeface="Times New Roman" panose="02020603050405020304" pitchFamily="18" charset="0"/>
                          <a:cs typeface="Times New Roman" panose="02020603050405020304" pitchFamily="18" charset="0"/>
                        </a:rPr>
                        <a:t>Late fault identification</a:t>
                      </a:r>
                    </a:p>
                  </a:txBody>
                  <a:tcPr marL="61563" marR="5130" marT="5130" marB="0"/>
                </a:tc>
                <a:tc>
                  <a:txBody>
                    <a:bodyPr/>
                    <a:lstStyle/>
                    <a:p>
                      <a:pPr algn="l" rtl="0" fontAlgn="ctr">
                        <a:buNone/>
                      </a:pPr>
                      <a:r>
                        <a:rPr lang="en-US" sz="1800" kern="1200" dirty="0">
                          <a:solidFill>
                            <a:schemeClr val="dk1"/>
                          </a:solidFill>
                          <a:effectLst/>
                          <a:latin typeface="Times New Roman" panose="02020603050405020304" pitchFamily="18" charset="0"/>
                          <a:ea typeface="+mn-ea"/>
                          <a:cs typeface="Times New Roman" panose="02020603050405020304" pitchFamily="18" charset="0"/>
                        </a:rPr>
                        <a:t>Detect faults early</a:t>
                      </a:r>
                      <a:endParaRPr lang="en-US" sz="1600" b="0"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tc>
                <a:tc>
                  <a:txBody>
                    <a:bodyPr/>
                    <a:lstStyle/>
                    <a:p>
                      <a:pPr algn="l" rtl="0" fontAlgn="ctr">
                        <a:buNone/>
                      </a:pPr>
                      <a:r>
                        <a:rPr lang="en-US" sz="1800" b="0" i="0" u="none" strike="noStrike" dirty="0">
                          <a:solidFill>
                            <a:srgbClr val="1F1F1F"/>
                          </a:solidFill>
                          <a:effectLst/>
                          <a:latin typeface="Times New Roman" panose="02020603050405020304" pitchFamily="18" charset="0"/>
                          <a:cs typeface="Times New Roman" panose="02020603050405020304" pitchFamily="18" charset="0"/>
                        </a:rPr>
                        <a:t>Classification algorithms</a:t>
                      </a:r>
                    </a:p>
                  </a:txBody>
                  <a:tcPr marL="61563" marR="5130" marT="5130" marB="0"/>
                </a:tc>
                <a:tc>
                  <a:txBody>
                    <a:bodyPr/>
                    <a:lstStyle/>
                    <a:p>
                      <a:pPr algn="l" rtl="0" fontAlgn="ctr">
                        <a:buNone/>
                      </a:pPr>
                      <a:r>
                        <a:rPr lang="en-US" sz="1800" b="0" i="0" u="none" strike="noStrike" dirty="0">
                          <a:solidFill>
                            <a:srgbClr val="1F1F1F"/>
                          </a:solidFill>
                          <a:effectLst/>
                          <a:latin typeface="Times New Roman" panose="02020603050405020304" pitchFamily="18" charset="0"/>
                          <a:cs typeface="Times New Roman" panose="02020603050405020304" pitchFamily="18" charset="0"/>
                        </a:rPr>
                        <a:t>ML enables early fault detection</a:t>
                      </a:r>
                    </a:p>
                  </a:txBody>
                  <a:tcPr marL="61563" marR="5130" marT="5130" marB="0"/>
                </a:tc>
                <a:extLst>
                  <a:ext uri="{0D108BD9-81ED-4DB2-BD59-A6C34878D82A}">
                    <a16:rowId xmlns:a16="http://schemas.microsoft.com/office/drawing/2014/main" val="2080242312"/>
                  </a:ext>
                </a:extLst>
              </a:tr>
              <a:tr h="2009350">
                <a:tc>
                  <a:txBody>
                    <a:bodyPr/>
                    <a:lstStyle/>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10.</a:t>
                      </a:r>
                      <a:endParaRPr lang="en-IN" dirty="0">
                        <a:latin typeface="Times New Roman" panose="02020603050405020304" pitchFamily="18" charset="0"/>
                        <a:cs typeface="Times New Roman" panose="02020603050405020304" pitchFamily="18" charset="0"/>
                      </a:endParaRPr>
                    </a:p>
                  </a:txBody>
                  <a:tcPr/>
                </a:tc>
                <a:tc>
                  <a:txBody>
                    <a:bodyPr/>
                    <a:lstStyle/>
                    <a:p>
                      <a:pPr>
                        <a:lnSpc>
                          <a:spcPct val="107000"/>
                        </a:lnSpc>
                        <a:spcAft>
                          <a:spcPts val="800"/>
                        </a:spcAft>
                        <a:buNone/>
                      </a:pPr>
                      <a:r>
                        <a:rPr lang="en-US" sz="2000" kern="100" dirty="0" err="1">
                          <a:effectLst/>
                          <a:latin typeface="Times New Roman" panose="02020603050405020304" pitchFamily="18" charset="0"/>
                          <a:ea typeface="Calibri" panose="020F0502020204030204" pitchFamily="34" charset="0"/>
                          <a:cs typeface="Times New Roman" panose="02020603050405020304" pitchFamily="18" charset="0"/>
                        </a:rPr>
                        <a:t>PdM</a:t>
                      </a: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 Using Cloud-IoT</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Journal of Cleaner Production</a:t>
                      </a:r>
                    </a:p>
                  </a:txBody>
                  <a:tcPr marL="9525" marR="9525" marT="9525" marB="9525" anchor="ctr"/>
                </a:tc>
                <a:tc>
                  <a:txBody>
                    <a:bodyPr/>
                    <a:lstStyle/>
                    <a:p>
                      <a:pPr>
                        <a:lnSpc>
                          <a:spcPct val="107000"/>
                        </a:lnSpc>
                        <a:spcAft>
                          <a:spcPts val="800"/>
                        </a:spcAft>
                        <a:buNone/>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10.1016/j.jclepro.2018.10.151</a:t>
                      </a:r>
                    </a:p>
                  </a:txBody>
                  <a:tcPr marL="9525" marR="9525" marT="9525" marB="9525" anchor="ctr"/>
                </a:tc>
                <a:tc>
                  <a:txBody>
                    <a:bodyPr/>
                    <a:lstStyle/>
                    <a:p>
                      <a:pPr>
                        <a:lnSpc>
                          <a:spcPct val="107000"/>
                        </a:lnSpc>
                        <a:spcAft>
                          <a:spcPts val="800"/>
                        </a:spcAft>
                        <a:buNone/>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Limited scalability</a:t>
                      </a:r>
                    </a:p>
                  </a:txBody>
                  <a:tcPr marL="9525" marR="9525" marT="9525" marB="9525" anchor="ctr"/>
                </a:tc>
                <a:tc>
                  <a:txBody>
                    <a:bodyPr/>
                    <a:lstStyle/>
                    <a:p>
                      <a:pPr>
                        <a:lnSpc>
                          <a:spcPct val="107000"/>
                        </a:lnSpc>
                        <a:spcAft>
                          <a:spcPts val="800"/>
                        </a:spcAft>
                        <a:buNone/>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Cloud-based </a:t>
                      </a:r>
                      <a:r>
                        <a:rPr lang="en-IN" sz="1800" kern="100" dirty="0" err="1">
                          <a:effectLst/>
                          <a:latin typeface="Times New Roman" panose="02020603050405020304" pitchFamily="18" charset="0"/>
                          <a:ea typeface="Calibri" panose="020F0502020204030204" pitchFamily="34" charset="0"/>
                          <a:cs typeface="Times New Roman" panose="02020603050405020304" pitchFamily="18" charset="0"/>
                        </a:rPr>
                        <a:t>PdM</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gn="l" rtl="0" fontAlgn="ctr">
                        <a:buNone/>
                      </a:pPr>
                      <a:endParaRPr lang="en-IN" sz="1800" kern="1200" dirty="0">
                        <a:solidFill>
                          <a:schemeClr val="dk1"/>
                        </a:solidFill>
                        <a:effectLst/>
                        <a:latin typeface="Times New Roman" panose="02020603050405020304" pitchFamily="18" charset="0"/>
                        <a:ea typeface="+mn-ea"/>
                        <a:cs typeface="Times New Roman" panose="02020603050405020304" pitchFamily="18" charset="0"/>
                      </a:endParaRPr>
                    </a:p>
                    <a:p>
                      <a:pPr algn="l" rtl="0" fontAlgn="ctr">
                        <a:buNone/>
                      </a:pPr>
                      <a:endParaRPr lang="en-IN" sz="1800" kern="1200" dirty="0">
                        <a:solidFill>
                          <a:schemeClr val="dk1"/>
                        </a:solidFill>
                        <a:effectLst/>
                        <a:latin typeface="Times New Roman" panose="02020603050405020304" pitchFamily="18" charset="0"/>
                        <a:ea typeface="+mn-ea"/>
                        <a:cs typeface="Times New Roman" panose="02020603050405020304" pitchFamily="18" charset="0"/>
                      </a:endParaRPr>
                    </a:p>
                    <a:p>
                      <a:pPr algn="l" rtl="0" fontAlgn="ctr">
                        <a:buNone/>
                      </a:pPr>
                      <a:endParaRPr lang="en-IN" sz="1800" kern="1200" dirty="0">
                        <a:solidFill>
                          <a:schemeClr val="dk1"/>
                        </a:solidFill>
                        <a:effectLst/>
                        <a:latin typeface="Times New Roman" panose="02020603050405020304" pitchFamily="18" charset="0"/>
                        <a:ea typeface="+mn-ea"/>
                        <a:cs typeface="Times New Roman" panose="02020603050405020304" pitchFamily="18" charset="0"/>
                      </a:endParaRPr>
                    </a:p>
                    <a:p>
                      <a:pPr algn="l" rtl="0" fontAlgn="ctr">
                        <a:buNone/>
                      </a:pPr>
                      <a:r>
                        <a:rPr lang="en-IN" sz="1800" kern="1200" dirty="0">
                          <a:solidFill>
                            <a:schemeClr val="dk1"/>
                          </a:solidFill>
                          <a:effectLst/>
                          <a:latin typeface="Times New Roman" panose="02020603050405020304" pitchFamily="18" charset="0"/>
                          <a:ea typeface="+mn-ea"/>
                          <a:cs typeface="Times New Roman" panose="02020603050405020304" pitchFamily="18" charset="0"/>
                        </a:rPr>
                        <a:t>IoT + cloud analytics</a:t>
                      </a:r>
                      <a:endParaRPr lang="en-US" sz="1600" b="0"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tc>
                <a:tc>
                  <a:txBody>
                    <a:bodyPr/>
                    <a:lstStyle/>
                    <a:p>
                      <a:pPr algn="l" rtl="0" fontAlgn="ctr">
                        <a:buNone/>
                      </a:pPr>
                      <a:endParaRPr lang="en-US" sz="1800" b="0" i="0" u="none" strike="noStrike" dirty="0">
                        <a:solidFill>
                          <a:srgbClr val="1F1F1F"/>
                        </a:solidFill>
                        <a:effectLst/>
                        <a:latin typeface="Times New Roman" panose="02020603050405020304" pitchFamily="18" charset="0"/>
                        <a:cs typeface="Times New Roman" panose="02020603050405020304" pitchFamily="18" charset="0"/>
                      </a:endParaRPr>
                    </a:p>
                    <a:p>
                      <a:pPr algn="l" rtl="0" fontAlgn="ctr">
                        <a:buNone/>
                      </a:pPr>
                      <a:endParaRPr lang="en-US" sz="1800" b="0" i="0" u="none" strike="noStrike" dirty="0">
                        <a:solidFill>
                          <a:srgbClr val="1F1F1F"/>
                        </a:solidFill>
                        <a:effectLst/>
                        <a:latin typeface="Times New Roman" panose="02020603050405020304" pitchFamily="18" charset="0"/>
                        <a:cs typeface="Times New Roman" panose="02020603050405020304" pitchFamily="18" charset="0"/>
                      </a:endParaRPr>
                    </a:p>
                    <a:p>
                      <a:pPr algn="l" rtl="0" fontAlgn="ctr">
                        <a:buNone/>
                      </a:pPr>
                      <a:endParaRPr lang="en-US" sz="1800" b="0" i="0" u="none" strike="noStrike" dirty="0">
                        <a:solidFill>
                          <a:srgbClr val="1F1F1F"/>
                        </a:solidFill>
                        <a:effectLst/>
                        <a:latin typeface="Times New Roman" panose="02020603050405020304" pitchFamily="18" charset="0"/>
                        <a:cs typeface="Times New Roman" panose="02020603050405020304" pitchFamily="18" charset="0"/>
                      </a:endParaRPr>
                    </a:p>
                    <a:p>
                      <a:pPr algn="l" rtl="0" fontAlgn="ctr">
                        <a:buNone/>
                      </a:pPr>
                      <a:r>
                        <a:rPr lang="en-US" sz="1800" b="0" i="0" u="none" strike="noStrike" dirty="0">
                          <a:solidFill>
                            <a:srgbClr val="1F1F1F"/>
                          </a:solidFill>
                          <a:effectLst/>
                          <a:latin typeface="Times New Roman" panose="02020603050405020304" pitchFamily="18" charset="0"/>
                          <a:cs typeface="Times New Roman" panose="02020603050405020304" pitchFamily="18" charset="0"/>
                        </a:rPr>
                        <a:t>Cloud improves </a:t>
                      </a:r>
                      <a:r>
                        <a:rPr lang="en-US" sz="1800" b="0" i="0" u="none" strike="noStrike" dirty="0" err="1">
                          <a:solidFill>
                            <a:srgbClr val="1F1F1F"/>
                          </a:solidFill>
                          <a:effectLst/>
                          <a:latin typeface="Times New Roman" panose="02020603050405020304" pitchFamily="18" charset="0"/>
                          <a:cs typeface="Times New Roman" panose="02020603050405020304" pitchFamily="18" charset="0"/>
                        </a:rPr>
                        <a:t>PdM</a:t>
                      </a:r>
                      <a:r>
                        <a:rPr lang="en-US" sz="1800" b="0" i="0" u="none" strike="noStrike" dirty="0">
                          <a:solidFill>
                            <a:srgbClr val="1F1F1F"/>
                          </a:solidFill>
                          <a:effectLst/>
                          <a:latin typeface="Times New Roman" panose="02020603050405020304" pitchFamily="18" charset="0"/>
                          <a:cs typeface="Times New Roman" panose="02020603050405020304" pitchFamily="18" charset="0"/>
                        </a:rPr>
                        <a:t> efficiency</a:t>
                      </a:r>
                    </a:p>
                  </a:txBody>
                  <a:tcPr marL="61563" marR="5130" marT="5130" marB="0"/>
                </a:tc>
                <a:extLst>
                  <a:ext uri="{0D108BD9-81ED-4DB2-BD59-A6C34878D82A}">
                    <a16:rowId xmlns:a16="http://schemas.microsoft.com/office/drawing/2014/main" val="1530457786"/>
                  </a:ext>
                </a:extLst>
              </a:tr>
            </a:tbl>
          </a:graphicData>
        </a:graphic>
      </p:graphicFrame>
    </p:spTree>
    <p:extLst>
      <p:ext uri="{BB962C8B-B14F-4D97-AF65-F5344CB8AC3E}">
        <p14:creationId xmlns:p14="http://schemas.microsoft.com/office/powerpoint/2010/main" val="24705969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0EBB35-329E-73C4-B46B-A91D1DE0D059}"/>
              </a:ext>
            </a:extLst>
          </p:cNvPr>
          <p:cNvSpPr>
            <a:spLocks noGrp="1"/>
          </p:cNvSpPr>
          <p:nvPr>
            <p:ph type="title"/>
          </p:nvPr>
        </p:nvSpPr>
        <p:spPr/>
        <p:txBody>
          <a:bodyPr/>
          <a:lstStyle/>
          <a:p>
            <a:endParaRPr lang="en-IN"/>
          </a:p>
        </p:txBody>
      </p:sp>
      <p:graphicFrame>
        <p:nvGraphicFramePr>
          <p:cNvPr id="3" name="Table 2">
            <a:extLst>
              <a:ext uri="{FF2B5EF4-FFF2-40B4-BE49-F238E27FC236}">
                <a16:creationId xmlns:a16="http://schemas.microsoft.com/office/drawing/2014/main" id="{64C84E36-8988-3AA9-2138-77509B9783C5}"/>
              </a:ext>
            </a:extLst>
          </p:cNvPr>
          <p:cNvGraphicFramePr>
            <a:graphicFrameLocks noGrp="1"/>
          </p:cNvGraphicFramePr>
          <p:nvPr>
            <p:extLst>
              <p:ext uri="{D42A27DB-BD31-4B8C-83A1-F6EECF244321}">
                <p14:modId xmlns:p14="http://schemas.microsoft.com/office/powerpoint/2010/main" val="3821876558"/>
              </p:ext>
            </p:extLst>
          </p:nvPr>
        </p:nvGraphicFramePr>
        <p:xfrm>
          <a:off x="130629" y="204107"/>
          <a:ext cx="8850083" cy="4528607"/>
        </p:xfrm>
        <a:graphic>
          <a:graphicData uri="http://schemas.openxmlformats.org/drawingml/2006/table">
            <a:tbl>
              <a:tblPr firstRow="1" bandRow="1">
                <a:tableStyleId>{5C22544A-7EE6-4342-B048-85BDC9FD1C3A}</a:tableStyleId>
              </a:tblPr>
              <a:tblGrid>
                <a:gridCol w="507718">
                  <a:extLst>
                    <a:ext uri="{9D8B030D-6E8A-4147-A177-3AD203B41FA5}">
                      <a16:colId xmlns:a16="http://schemas.microsoft.com/office/drawing/2014/main" val="981671395"/>
                    </a:ext>
                  </a:extLst>
                </a:gridCol>
                <a:gridCol w="1208025">
                  <a:extLst>
                    <a:ext uri="{9D8B030D-6E8A-4147-A177-3AD203B41FA5}">
                      <a16:colId xmlns:a16="http://schemas.microsoft.com/office/drawing/2014/main" val="1296318314"/>
                    </a:ext>
                  </a:extLst>
                </a:gridCol>
                <a:gridCol w="1066694">
                  <a:extLst>
                    <a:ext uri="{9D8B030D-6E8A-4147-A177-3AD203B41FA5}">
                      <a16:colId xmlns:a16="http://schemas.microsoft.com/office/drawing/2014/main" val="722924962"/>
                    </a:ext>
                  </a:extLst>
                </a:gridCol>
                <a:gridCol w="1095689">
                  <a:extLst>
                    <a:ext uri="{9D8B030D-6E8A-4147-A177-3AD203B41FA5}">
                      <a16:colId xmlns:a16="http://schemas.microsoft.com/office/drawing/2014/main" val="4005107256"/>
                    </a:ext>
                  </a:extLst>
                </a:gridCol>
                <a:gridCol w="1308472">
                  <a:extLst>
                    <a:ext uri="{9D8B030D-6E8A-4147-A177-3AD203B41FA5}">
                      <a16:colId xmlns:a16="http://schemas.microsoft.com/office/drawing/2014/main" val="4016922446"/>
                    </a:ext>
                  </a:extLst>
                </a:gridCol>
                <a:gridCol w="1252588">
                  <a:extLst>
                    <a:ext uri="{9D8B030D-6E8A-4147-A177-3AD203B41FA5}">
                      <a16:colId xmlns:a16="http://schemas.microsoft.com/office/drawing/2014/main" val="2202780119"/>
                    </a:ext>
                  </a:extLst>
                </a:gridCol>
                <a:gridCol w="1252588">
                  <a:extLst>
                    <a:ext uri="{9D8B030D-6E8A-4147-A177-3AD203B41FA5}">
                      <a16:colId xmlns:a16="http://schemas.microsoft.com/office/drawing/2014/main" val="4255939799"/>
                    </a:ext>
                  </a:extLst>
                </a:gridCol>
                <a:gridCol w="1158309">
                  <a:extLst>
                    <a:ext uri="{9D8B030D-6E8A-4147-A177-3AD203B41FA5}">
                      <a16:colId xmlns:a16="http://schemas.microsoft.com/office/drawing/2014/main" val="2687207224"/>
                    </a:ext>
                  </a:extLst>
                </a:gridCol>
              </a:tblGrid>
              <a:tr h="987612">
                <a:tc>
                  <a:txBody>
                    <a:bodyPr/>
                    <a:lstStyle/>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dirty="0" err="1">
                          <a:latin typeface="Times New Roman" panose="02020603050405020304" pitchFamily="18" charset="0"/>
                          <a:cs typeface="Times New Roman" panose="02020603050405020304" pitchFamily="18" charset="0"/>
                        </a:rPr>
                        <a:t>S.No</a:t>
                      </a:r>
                      <a:endParaRPr lang="en-IN" dirty="0">
                        <a:latin typeface="Times New Roman" panose="02020603050405020304" pitchFamily="18" charset="0"/>
                        <a:cs typeface="Times New Roman" panose="02020603050405020304" pitchFamily="18" charset="0"/>
                      </a:endParaRPr>
                    </a:p>
                  </a:txBody>
                  <a:tcPr/>
                </a:tc>
                <a:tc>
                  <a:txBody>
                    <a:bodyPr/>
                    <a:lstStyle/>
                    <a:p>
                      <a:pPr algn="l" rtl="0" fontAlgn="ctr">
                        <a:buNone/>
                      </a:pPr>
                      <a:r>
                        <a:rPr lang="en-IN" sz="1600" u="none" strike="noStrike" dirty="0">
                          <a:effectLst/>
                          <a:latin typeface="Times New Roman" panose="02020603050405020304" pitchFamily="18" charset="0"/>
                          <a:cs typeface="Times New Roman" panose="02020603050405020304" pitchFamily="18" charset="0"/>
                        </a:rPr>
                        <a:t>Title of Paper</a:t>
                      </a:r>
                      <a:endParaRPr lang="en-IN" sz="1600" b="1"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nchor="ctr"/>
                </a:tc>
                <a:tc>
                  <a:txBody>
                    <a:bodyPr/>
                    <a:lstStyle/>
                    <a:p>
                      <a:pPr algn="l" rtl="0" fontAlgn="ctr">
                        <a:buNone/>
                      </a:pPr>
                      <a:r>
                        <a:rPr lang="en-IN" sz="1600" u="none" strike="noStrike" dirty="0">
                          <a:effectLst/>
                          <a:latin typeface="Times New Roman" panose="02020603050405020304" pitchFamily="18" charset="0"/>
                          <a:cs typeface="Times New Roman" panose="02020603050405020304" pitchFamily="18" charset="0"/>
                        </a:rPr>
                        <a:t>Title of Journal / Conference</a:t>
                      </a:r>
                      <a:endParaRPr lang="en-IN" sz="1600" b="1"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nchor="ctr"/>
                </a:tc>
                <a:tc>
                  <a:txBody>
                    <a:bodyPr/>
                    <a:lstStyle/>
                    <a:p>
                      <a:pPr algn="l" rtl="0" fontAlgn="ctr">
                        <a:buNone/>
                      </a:pPr>
                      <a:r>
                        <a:rPr lang="en-IN" sz="1600" u="none" strike="noStrike" dirty="0">
                          <a:effectLst/>
                          <a:latin typeface="Times New Roman" panose="02020603050405020304" pitchFamily="18" charset="0"/>
                          <a:cs typeface="Times New Roman" panose="02020603050405020304" pitchFamily="18" charset="0"/>
                        </a:rPr>
                        <a:t>Reference with DOI</a:t>
                      </a:r>
                      <a:endParaRPr lang="en-IN" sz="1600" b="1"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nchor="ctr"/>
                </a:tc>
                <a:tc>
                  <a:txBody>
                    <a:bodyPr/>
                    <a:lstStyle/>
                    <a:p>
                      <a:pPr algn="l" rtl="0" fontAlgn="ctr">
                        <a:buNone/>
                      </a:pPr>
                      <a:r>
                        <a:rPr lang="en-IN" sz="1600" u="none" strike="noStrike" dirty="0">
                          <a:effectLst/>
                          <a:latin typeface="Times New Roman" panose="02020603050405020304" pitchFamily="18" charset="0"/>
                          <a:cs typeface="Times New Roman" panose="02020603050405020304" pitchFamily="18" charset="0"/>
                        </a:rPr>
                        <a:t>Gap Addressed</a:t>
                      </a:r>
                      <a:endParaRPr lang="en-IN" sz="1600" b="1"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nchor="ctr"/>
                </a:tc>
                <a:tc>
                  <a:txBody>
                    <a:bodyPr/>
                    <a:lstStyle/>
                    <a:p>
                      <a:pPr algn="l" rtl="0" fontAlgn="ctr">
                        <a:buNone/>
                      </a:pPr>
                      <a:r>
                        <a:rPr lang="en-IN" sz="1600" u="none" strike="noStrike" dirty="0">
                          <a:effectLst/>
                          <a:latin typeface="Times New Roman" panose="02020603050405020304" pitchFamily="18" charset="0"/>
                          <a:cs typeface="Times New Roman" panose="02020603050405020304" pitchFamily="18" charset="0"/>
                        </a:rPr>
                        <a:t>Objective of Research</a:t>
                      </a:r>
                      <a:endParaRPr lang="en-IN" sz="1600" b="1"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nchor="ctr"/>
                </a:tc>
                <a:tc>
                  <a:txBody>
                    <a:bodyPr/>
                    <a:lstStyle/>
                    <a:p>
                      <a:pPr algn="l" rtl="0" fontAlgn="ctr">
                        <a:buNone/>
                      </a:pPr>
                      <a:r>
                        <a:rPr lang="en-US" sz="1600" u="none" strike="noStrike" dirty="0">
                          <a:effectLst/>
                          <a:latin typeface="Times New Roman" panose="02020603050405020304" pitchFamily="18" charset="0"/>
                          <a:cs typeface="Times New Roman" panose="02020603050405020304" pitchFamily="18" charset="0"/>
                        </a:rPr>
                        <a:t>Focus of the Paper (Methodology Used)</a:t>
                      </a:r>
                      <a:endParaRPr lang="en-US" sz="1600" b="1"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nchor="ctr"/>
                </a:tc>
                <a:tc>
                  <a:txBody>
                    <a:bodyPr/>
                    <a:lstStyle/>
                    <a:p>
                      <a:pPr algn="l" rtl="0" fontAlgn="ctr">
                        <a:buNone/>
                      </a:pPr>
                      <a:r>
                        <a:rPr lang="en-IN" sz="1600" u="none" strike="noStrike" dirty="0">
                          <a:effectLst/>
                          <a:latin typeface="Times New Roman" panose="02020603050405020304" pitchFamily="18" charset="0"/>
                          <a:cs typeface="Times New Roman" panose="02020603050405020304" pitchFamily="18" charset="0"/>
                        </a:rPr>
                        <a:t>Summary in One Line</a:t>
                      </a:r>
                      <a:endParaRPr lang="en-IN" sz="1600" b="1"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nchor="ctr"/>
                </a:tc>
                <a:extLst>
                  <a:ext uri="{0D108BD9-81ED-4DB2-BD59-A6C34878D82A}">
                    <a16:rowId xmlns:a16="http://schemas.microsoft.com/office/drawing/2014/main" val="1839844309"/>
                  </a:ext>
                </a:extLst>
              </a:tr>
              <a:tr h="1386730">
                <a:tc>
                  <a:txBody>
                    <a:bodyPr/>
                    <a:lstStyle/>
                    <a:p>
                      <a:r>
                        <a:rPr lang="en-US" dirty="0">
                          <a:latin typeface="Times New Roman" panose="02020603050405020304" pitchFamily="18" charset="0"/>
                          <a:cs typeface="Times New Roman" panose="02020603050405020304" pitchFamily="18" charset="0"/>
                        </a:rPr>
                        <a:t>11.</a:t>
                      </a:r>
                      <a:endParaRPr lang="en-IN" dirty="0">
                        <a:latin typeface="Times New Roman" panose="02020603050405020304" pitchFamily="18" charset="0"/>
                        <a:cs typeface="Times New Roman" panose="02020603050405020304" pitchFamily="18" charset="0"/>
                      </a:endParaRPr>
                    </a:p>
                  </a:txBody>
                  <a:tcPr/>
                </a:tc>
                <a:tc>
                  <a:txBody>
                    <a:bodyPr/>
                    <a:lstStyle/>
                    <a:p>
                      <a:pPr algn="l" rtl="0" fontAlgn="ctr">
                        <a:buNone/>
                      </a:pPr>
                      <a:r>
                        <a:rPr lang="en-US" sz="1800" b="0" i="0" u="none" strike="noStrike" dirty="0">
                          <a:solidFill>
                            <a:srgbClr val="1F1F1F"/>
                          </a:solidFill>
                          <a:effectLst/>
                          <a:latin typeface="Times New Roman" panose="02020603050405020304" pitchFamily="18" charset="0"/>
                          <a:cs typeface="Times New Roman" panose="02020603050405020304" pitchFamily="18" charset="0"/>
                        </a:rPr>
                        <a:t>Remaining Useful Life Prediction</a:t>
                      </a:r>
                    </a:p>
                  </a:txBody>
                  <a:tcPr marL="61563" marR="5130" marT="5130" marB="0"/>
                </a:tc>
                <a:tc>
                  <a:txBody>
                    <a:bodyPr/>
                    <a:lstStyle/>
                    <a:p>
                      <a:pPr algn="l" rtl="0" fontAlgn="ctr">
                        <a:buNone/>
                      </a:pPr>
                      <a:r>
                        <a:rPr lang="en-IN" sz="1800" b="0" i="0" u="none" strike="noStrike" dirty="0">
                          <a:solidFill>
                            <a:srgbClr val="1F1F1F"/>
                          </a:solidFill>
                          <a:effectLst/>
                          <a:latin typeface="Times New Roman" panose="02020603050405020304" pitchFamily="18" charset="0"/>
                          <a:cs typeface="Times New Roman" panose="02020603050405020304" pitchFamily="18" charset="0"/>
                        </a:rPr>
                        <a:t>Prognostics and Health Management</a:t>
                      </a:r>
                    </a:p>
                  </a:txBody>
                  <a:tcPr marL="61563" marR="5130" marT="5130" marB="0"/>
                </a:tc>
                <a:tc>
                  <a:txBody>
                    <a:bodyPr/>
                    <a:lstStyle/>
                    <a:p>
                      <a:pPr algn="l" rtl="0" fontAlgn="ctr">
                        <a:buNone/>
                      </a:pPr>
                      <a:r>
                        <a:rPr lang="en-IN" sz="1800" dirty="0">
                          <a:latin typeface="Times New Roman" panose="02020603050405020304" pitchFamily="18" charset="0"/>
                          <a:cs typeface="Times New Roman" panose="02020603050405020304" pitchFamily="18" charset="0"/>
                        </a:rPr>
                        <a:t>10.1109/PHM.2017.7998316</a:t>
                      </a:r>
                      <a:endParaRPr lang="en-IN" sz="1800" b="0"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tc>
                <a:tc>
                  <a:txBody>
                    <a:bodyPr/>
                    <a:lstStyle/>
                    <a:p>
                      <a:pPr algn="l" rtl="0" fontAlgn="ctr">
                        <a:buNone/>
                      </a:pPr>
                      <a:r>
                        <a:rPr lang="en-US" sz="1800" b="0" i="0" u="none" strike="noStrike" dirty="0">
                          <a:solidFill>
                            <a:srgbClr val="1F1F1F"/>
                          </a:solidFill>
                          <a:effectLst/>
                          <a:latin typeface="Times New Roman" panose="02020603050405020304" pitchFamily="18" charset="0"/>
                          <a:cs typeface="Times New Roman" panose="02020603050405020304" pitchFamily="18" charset="0"/>
                        </a:rPr>
                        <a:t>Inaccurate RUL prediction</a:t>
                      </a:r>
                    </a:p>
                  </a:txBody>
                  <a:tcPr marL="61563" marR="5130" marT="5130" marB="0"/>
                </a:tc>
                <a:tc>
                  <a:txBody>
                    <a:bodyPr/>
                    <a:lstStyle/>
                    <a:p>
                      <a:pPr algn="l" rtl="0" fontAlgn="ctr">
                        <a:buNone/>
                      </a:pPr>
                      <a:r>
                        <a:rPr lang="en-US" sz="1800" kern="1200" dirty="0">
                          <a:solidFill>
                            <a:schemeClr val="dk1"/>
                          </a:solidFill>
                          <a:effectLst/>
                          <a:latin typeface="Times New Roman" panose="02020603050405020304" pitchFamily="18" charset="0"/>
                          <a:ea typeface="+mn-ea"/>
                          <a:cs typeface="Times New Roman" panose="02020603050405020304" pitchFamily="18" charset="0"/>
                        </a:rPr>
                        <a:t>Predict equipment life</a:t>
                      </a:r>
                      <a:endParaRPr lang="en-US" sz="1600" b="0"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tc>
                <a:tc>
                  <a:txBody>
                    <a:bodyPr/>
                    <a:lstStyle/>
                    <a:p>
                      <a:pPr algn="l" rtl="0" fontAlgn="ctr">
                        <a:buNone/>
                      </a:pPr>
                      <a:r>
                        <a:rPr lang="en-US" sz="1800" b="0" i="0" u="none" strike="noStrike" dirty="0">
                          <a:solidFill>
                            <a:srgbClr val="1F1F1F"/>
                          </a:solidFill>
                          <a:effectLst/>
                          <a:latin typeface="Times New Roman" panose="02020603050405020304" pitchFamily="18" charset="0"/>
                          <a:cs typeface="Times New Roman" panose="02020603050405020304" pitchFamily="18" charset="0"/>
                        </a:rPr>
                        <a:t>Regression &amp; ML</a:t>
                      </a:r>
                    </a:p>
                  </a:txBody>
                  <a:tcPr marL="61563" marR="5130" marT="5130" marB="0"/>
                </a:tc>
                <a:tc>
                  <a:txBody>
                    <a:bodyPr/>
                    <a:lstStyle/>
                    <a:p>
                      <a:pPr algn="l" rtl="0" fontAlgn="ctr">
                        <a:buNone/>
                      </a:pPr>
                      <a:r>
                        <a:rPr lang="en-US" sz="1800" b="0" i="0" u="none" strike="noStrike" dirty="0">
                          <a:solidFill>
                            <a:srgbClr val="1F1F1F"/>
                          </a:solidFill>
                          <a:effectLst/>
                          <a:latin typeface="Times New Roman" panose="02020603050405020304" pitchFamily="18" charset="0"/>
                          <a:cs typeface="Times New Roman" panose="02020603050405020304" pitchFamily="18" charset="0"/>
                        </a:rPr>
                        <a:t>Accurate RUL estimation</a:t>
                      </a:r>
                    </a:p>
                  </a:txBody>
                  <a:tcPr marL="61563" marR="5130" marT="5130" marB="0"/>
                </a:tc>
                <a:extLst>
                  <a:ext uri="{0D108BD9-81ED-4DB2-BD59-A6C34878D82A}">
                    <a16:rowId xmlns:a16="http://schemas.microsoft.com/office/drawing/2014/main" val="524895045"/>
                  </a:ext>
                </a:extLst>
              </a:tr>
              <a:tr h="2154265">
                <a:tc>
                  <a:txBody>
                    <a:bodyPr/>
                    <a:lstStyle/>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12.</a:t>
                      </a:r>
                      <a:endParaRPr lang="en-IN" dirty="0">
                        <a:latin typeface="Times New Roman" panose="02020603050405020304" pitchFamily="18" charset="0"/>
                        <a:cs typeface="Times New Roman" panose="02020603050405020304" pitchFamily="18" charset="0"/>
                      </a:endParaRPr>
                    </a:p>
                  </a:txBody>
                  <a:tcPr/>
                </a:tc>
                <a:tc>
                  <a:txBody>
                    <a:bodyPr/>
                    <a:lstStyle/>
                    <a:p>
                      <a:pPr>
                        <a:lnSpc>
                          <a:spcPct val="107000"/>
                        </a:lnSpc>
                        <a:spcAft>
                          <a:spcPts val="800"/>
                        </a:spcAft>
                        <a:buNone/>
                      </a:pP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AI-Based </a:t>
                      </a:r>
                      <a:r>
                        <a:rPr lang="en-US" sz="2000" kern="100" dirty="0" err="1">
                          <a:effectLst/>
                          <a:latin typeface="Times New Roman" panose="02020603050405020304" pitchFamily="18" charset="0"/>
                          <a:ea typeface="Calibri" panose="020F0502020204030204" pitchFamily="34" charset="0"/>
                          <a:cs typeface="Times New Roman" panose="02020603050405020304" pitchFamily="18" charset="0"/>
                        </a:rPr>
                        <a:t>PdM</a:t>
                      </a: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 Framework</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Computers in Industry</a:t>
                      </a:r>
                    </a:p>
                  </a:txBody>
                  <a:tcPr marL="9525" marR="9525" marT="9525" marB="9525" anchor="ctr"/>
                </a:tc>
                <a:tc>
                  <a:txBody>
                    <a:bodyPr/>
                    <a:lstStyle/>
                    <a:p>
                      <a:pPr algn="l" rtl="0" fontAlgn="ctr">
                        <a:buNone/>
                      </a:pPr>
                      <a:endParaRPr lang="en-IN" sz="2000" b="0" i="0" u="none" strike="noStrike" dirty="0">
                        <a:solidFill>
                          <a:srgbClr val="1F1F1F"/>
                        </a:solidFill>
                        <a:effectLst/>
                        <a:latin typeface="Times New Roman" panose="02020603050405020304" pitchFamily="18" charset="0"/>
                        <a:cs typeface="Times New Roman" panose="02020603050405020304" pitchFamily="18" charset="0"/>
                      </a:endParaRPr>
                    </a:p>
                    <a:p>
                      <a:pPr algn="l" rtl="0" fontAlgn="ctr">
                        <a:buNone/>
                      </a:pPr>
                      <a:endParaRPr lang="en-IN" sz="2000" b="0" i="0" u="none" strike="noStrike" dirty="0">
                        <a:solidFill>
                          <a:srgbClr val="1F1F1F"/>
                        </a:solidFill>
                        <a:effectLst/>
                        <a:latin typeface="Times New Roman" panose="02020603050405020304" pitchFamily="18" charset="0"/>
                        <a:cs typeface="Times New Roman" panose="02020603050405020304" pitchFamily="18" charset="0"/>
                      </a:endParaRPr>
                    </a:p>
                    <a:p>
                      <a:pPr algn="l" rtl="0" fontAlgn="ctr">
                        <a:buNone/>
                      </a:pPr>
                      <a:endParaRPr lang="en-IN" sz="2000" b="0" i="0" u="none" strike="noStrike" dirty="0">
                        <a:solidFill>
                          <a:srgbClr val="1F1F1F"/>
                        </a:solidFill>
                        <a:effectLst/>
                        <a:latin typeface="Times New Roman" panose="02020603050405020304" pitchFamily="18" charset="0"/>
                        <a:cs typeface="Times New Roman" panose="02020603050405020304" pitchFamily="18" charset="0"/>
                      </a:endParaRPr>
                    </a:p>
                    <a:p>
                      <a:pPr algn="l" rtl="0" fontAlgn="ctr">
                        <a:buNone/>
                      </a:pPr>
                      <a:r>
                        <a:rPr lang="en-IN" sz="2000" b="0" i="0" u="none" strike="noStrike" dirty="0">
                          <a:solidFill>
                            <a:srgbClr val="1F1F1F"/>
                          </a:solidFill>
                          <a:effectLst/>
                          <a:latin typeface="Times New Roman" panose="02020603050405020304" pitchFamily="18" charset="0"/>
                          <a:cs typeface="Times New Roman" panose="02020603050405020304" pitchFamily="18" charset="0"/>
                        </a:rPr>
                        <a:t>10.1016/j.compind.2019.103194</a:t>
                      </a:r>
                    </a:p>
                  </a:txBody>
                  <a:tcPr marL="61563" marR="5130" marT="5130" marB="0"/>
                </a:tc>
                <a:tc>
                  <a:txBody>
                    <a:bodyPr/>
                    <a:lstStyle/>
                    <a:p>
                      <a:pPr>
                        <a:lnSpc>
                          <a:spcPct val="107000"/>
                        </a:lnSpc>
                        <a:spcAft>
                          <a:spcPts val="800"/>
                        </a:spcAft>
                        <a:buNone/>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Manual maintenance planning</a:t>
                      </a:r>
                    </a:p>
                  </a:txBody>
                  <a:tcPr marL="9525" marR="9525" marT="9525" marB="9525" anchor="ctr"/>
                </a:tc>
                <a:tc>
                  <a:txBody>
                    <a:bodyPr/>
                    <a:lstStyle/>
                    <a:p>
                      <a:pPr>
                        <a:lnSpc>
                          <a:spcPct val="107000"/>
                        </a:lnSpc>
                        <a:spcAft>
                          <a:spcPts val="800"/>
                        </a:spcAft>
                        <a:buNone/>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Automate maintenance</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gn="l" rtl="0" fontAlgn="ctr">
                        <a:buNone/>
                      </a:pPr>
                      <a:endParaRPr lang="en-IN" sz="1800" kern="1200" dirty="0">
                        <a:solidFill>
                          <a:schemeClr val="dk1"/>
                        </a:solidFill>
                        <a:effectLst/>
                        <a:latin typeface="Times New Roman" panose="02020603050405020304" pitchFamily="18" charset="0"/>
                        <a:ea typeface="+mn-ea"/>
                        <a:cs typeface="Times New Roman" panose="02020603050405020304" pitchFamily="18" charset="0"/>
                      </a:endParaRPr>
                    </a:p>
                    <a:p>
                      <a:pPr algn="l" rtl="0" fontAlgn="ctr">
                        <a:buNone/>
                      </a:pPr>
                      <a:endParaRPr lang="en-IN" sz="1800" kern="1200" dirty="0">
                        <a:solidFill>
                          <a:schemeClr val="dk1"/>
                        </a:solidFill>
                        <a:effectLst/>
                        <a:latin typeface="Times New Roman" panose="02020603050405020304" pitchFamily="18" charset="0"/>
                        <a:ea typeface="+mn-ea"/>
                        <a:cs typeface="Times New Roman" panose="02020603050405020304" pitchFamily="18" charset="0"/>
                      </a:endParaRPr>
                    </a:p>
                    <a:p>
                      <a:pPr algn="l" rtl="0" fontAlgn="ctr">
                        <a:buNone/>
                      </a:pPr>
                      <a:endParaRPr lang="en-IN" sz="1800" kern="1200" dirty="0">
                        <a:solidFill>
                          <a:schemeClr val="dk1"/>
                        </a:solidFill>
                        <a:effectLst/>
                        <a:latin typeface="Times New Roman" panose="02020603050405020304" pitchFamily="18" charset="0"/>
                        <a:ea typeface="+mn-ea"/>
                        <a:cs typeface="Times New Roman" panose="02020603050405020304" pitchFamily="18" charset="0"/>
                      </a:endParaRPr>
                    </a:p>
                    <a:p>
                      <a:pPr algn="l" rtl="0" fontAlgn="ctr">
                        <a:buNone/>
                      </a:pPr>
                      <a:r>
                        <a:rPr lang="en-IN" sz="1800" kern="1200" dirty="0">
                          <a:solidFill>
                            <a:schemeClr val="dk1"/>
                          </a:solidFill>
                          <a:effectLst/>
                          <a:latin typeface="Times New Roman" panose="02020603050405020304" pitchFamily="18" charset="0"/>
                          <a:ea typeface="+mn-ea"/>
                          <a:cs typeface="Times New Roman" panose="02020603050405020304" pitchFamily="18" charset="0"/>
                        </a:rPr>
                        <a:t>AI-based framework</a:t>
                      </a:r>
                      <a:endParaRPr lang="en-US" sz="1600" b="0"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tc>
                <a:tc>
                  <a:txBody>
                    <a:bodyPr/>
                    <a:lstStyle/>
                    <a:p>
                      <a:pPr algn="l" rtl="0" fontAlgn="ctr">
                        <a:buNone/>
                      </a:pPr>
                      <a:endParaRPr lang="en-US" sz="1800" b="0" i="0" u="none" strike="noStrike" dirty="0">
                        <a:solidFill>
                          <a:srgbClr val="1F1F1F"/>
                        </a:solidFill>
                        <a:effectLst/>
                        <a:latin typeface="Times New Roman" panose="02020603050405020304" pitchFamily="18" charset="0"/>
                        <a:cs typeface="Times New Roman" panose="02020603050405020304" pitchFamily="18" charset="0"/>
                      </a:endParaRPr>
                    </a:p>
                    <a:p>
                      <a:pPr algn="l" rtl="0" fontAlgn="ctr">
                        <a:buNone/>
                      </a:pPr>
                      <a:endParaRPr lang="en-US" sz="1800" b="0" i="0" u="none" strike="noStrike" dirty="0">
                        <a:solidFill>
                          <a:srgbClr val="1F1F1F"/>
                        </a:solidFill>
                        <a:effectLst/>
                        <a:latin typeface="Times New Roman" panose="02020603050405020304" pitchFamily="18" charset="0"/>
                        <a:cs typeface="Times New Roman" panose="02020603050405020304" pitchFamily="18" charset="0"/>
                      </a:endParaRPr>
                    </a:p>
                    <a:p>
                      <a:pPr algn="l" rtl="0" fontAlgn="ctr">
                        <a:buNone/>
                      </a:pPr>
                      <a:endParaRPr lang="en-US" sz="1800" b="0" i="0" u="none" strike="noStrike" dirty="0">
                        <a:solidFill>
                          <a:srgbClr val="1F1F1F"/>
                        </a:solidFill>
                        <a:effectLst/>
                        <a:latin typeface="Times New Roman" panose="02020603050405020304" pitchFamily="18" charset="0"/>
                        <a:cs typeface="Times New Roman" panose="02020603050405020304" pitchFamily="18" charset="0"/>
                      </a:endParaRPr>
                    </a:p>
                    <a:p>
                      <a:pPr algn="l" rtl="0" fontAlgn="ctr">
                        <a:buNone/>
                      </a:pPr>
                      <a:r>
                        <a:rPr lang="en-US" sz="1800" b="0" i="0" u="none" strike="noStrike" dirty="0">
                          <a:solidFill>
                            <a:srgbClr val="1F1F1F"/>
                          </a:solidFill>
                          <a:effectLst/>
                          <a:latin typeface="Times New Roman" panose="02020603050405020304" pitchFamily="18" charset="0"/>
                          <a:cs typeface="Times New Roman" panose="02020603050405020304" pitchFamily="18" charset="0"/>
                        </a:rPr>
                        <a:t>AI improves maintenance decisions</a:t>
                      </a:r>
                    </a:p>
                  </a:txBody>
                  <a:tcPr marL="61563" marR="5130" marT="5130" marB="0"/>
                </a:tc>
                <a:extLst>
                  <a:ext uri="{0D108BD9-81ED-4DB2-BD59-A6C34878D82A}">
                    <a16:rowId xmlns:a16="http://schemas.microsoft.com/office/drawing/2014/main" val="4182504435"/>
                  </a:ext>
                </a:extLst>
              </a:tr>
            </a:tbl>
          </a:graphicData>
        </a:graphic>
      </p:graphicFrame>
    </p:spTree>
    <p:extLst>
      <p:ext uri="{BB962C8B-B14F-4D97-AF65-F5344CB8AC3E}">
        <p14:creationId xmlns:p14="http://schemas.microsoft.com/office/powerpoint/2010/main" val="33599983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2ED83-D9D1-566B-10B2-AB22C1553DE0}"/>
              </a:ext>
            </a:extLst>
          </p:cNvPr>
          <p:cNvSpPr>
            <a:spLocks noGrp="1"/>
          </p:cNvSpPr>
          <p:nvPr>
            <p:ph type="title"/>
          </p:nvPr>
        </p:nvSpPr>
        <p:spPr/>
        <p:txBody>
          <a:bodyPr/>
          <a:lstStyle/>
          <a:p>
            <a:endParaRPr lang="en-IN"/>
          </a:p>
        </p:txBody>
      </p:sp>
      <p:graphicFrame>
        <p:nvGraphicFramePr>
          <p:cNvPr id="3" name="Table 2">
            <a:extLst>
              <a:ext uri="{FF2B5EF4-FFF2-40B4-BE49-F238E27FC236}">
                <a16:creationId xmlns:a16="http://schemas.microsoft.com/office/drawing/2014/main" id="{97D49C74-BD1C-020A-6CC9-B6AC057F3FF8}"/>
              </a:ext>
            </a:extLst>
          </p:cNvPr>
          <p:cNvGraphicFramePr>
            <a:graphicFrameLocks noGrp="1"/>
          </p:cNvGraphicFramePr>
          <p:nvPr>
            <p:extLst>
              <p:ext uri="{D42A27DB-BD31-4B8C-83A1-F6EECF244321}">
                <p14:modId xmlns:p14="http://schemas.microsoft.com/office/powerpoint/2010/main" val="1426320331"/>
              </p:ext>
            </p:extLst>
          </p:nvPr>
        </p:nvGraphicFramePr>
        <p:xfrm>
          <a:off x="155121" y="449035"/>
          <a:ext cx="8731703" cy="4220936"/>
        </p:xfrm>
        <a:graphic>
          <a:graphicData uri="http://schemas.openxmlformats.org/drawingml/2006/table">
            <a:tbl>
              <a:tblPr firstRow="1" bandRow="1">
                <a:tableStyleId>{5C22544A-7EE6-4342-B048-85BDC9FD1C3A}</a:tableStyleId>
              </a:tblPr>
              <a:tblGrid>
                <a:gridCol w="500927">
                  <a:extLst>
                    <a:ext uri="{9D8B030D-6E8A-4147-A177-3AD203B41FA5}">
                      <a16:colId xmlns:a16="http://schemas.microsoft.com/office/drawing/2014/main" val="3297144380"/>
                    </a:ext>
                  </a:extLst>
                </a:gridCol>
                <a:gridCol w="1191865">
                  <a:extLst>
                    <a:ext uri="{9D8B030D-6E8A-4147-A177-3AD203B41FA5}">
                      <a16:colId xmlns:a16="http://schemas.microsoft.com/office/drawing/2014/main" val="957156806"/>
                    </a:ext>
                  </a:extLst>
                </a:gridCol>
                <a:gridCol w="1052425">
                  <a:extLst>
                    <a:ext uri="{9D8B030D-6E8A-4147-A177-3AD203B41FA5}">
                      <a16:colId xmlns:a16="http://schemas.microsoft.com/office/drawing/2014/main" val="216966620"/>
                    </a:ext>
                  </a:extLst>
                </a:gridCol>
                <a:gridCol w="1074635">
                  <a:extLst>
                    <a:ext uri="{9D8B030D-6E8A-4147-A177-3AD203B41FA5}">
                      <a16:colId xmlns:a16="http://schemas.microsoft.com/office/drawing/2014/main" val="1275325685"/>
                    </a:ext>
                  </a:extLst>
                </a:gridCol>
                <a:gridCol w="1297368">
                  <a:extLst>
                    <a:ext uri="{9D8B030D-6E8A-4147-A177-3AD203B41FA5}">
                      <a16:colId xmlns:a16="http://schemas.microsoft.com/office/drawing/2014/main" val="1410888807"/>
                    </a:ext>
                  </a:extLst>
                </a:gridCol>
                <a:gridCol w="1235834">
                  <a:extLst>
                    <a:ext uri="{9D8B030D-6E8A-4147-A177-3AD203B41FA5}">
                      <a16:colId xmlns:a16="http://schemas.microsoft.com/office/drawing/2014/main" val="682614247"/>
                    </a:ext>
                  </a:extLst>
                </a:gridCol>
                <a:gridCol w="1235834">
                  <a:extLst>
                    <a:ext uri="{9D8B030D-6E8A-4147-A177-3AD203B41FA5}">
                      <a16:colId xmlns:a16="http://schemas.microsoft.com/office/drawing/2014/main" val="6247021"/>
                    </a:ext>
                  </a:extLst>
                </a:gridCol>
                <a:gridCol w="1142815">
                  <a:extLst>
                    <a:ext uri="{9D8B030D-6E8A-4147-A177-3AD203B41FA5}">
                      <a16:colId xmlns:a16="http://schemas.microsoft.com/office/drawing/2014/main" val="989868040"/>
                    </a:ext>
                  </a:extLst>
                </a:gridCol>
              </a:tblGrid>
              <a:tr h="1123536">
                <a:tc>
                  <a:txBody>
                    <a:bodyPr/>
                    <a:lstStyle/>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dirty="0" err="1">
                          <a:latin typeface="Times New Roman" panose="02020603050405020304" pitchFamily="18" charset="0"/>
                          <a:cs typeface="Times New Roman" panose="02020603050405020304" pitchFamily="18" charset="0"/>
                        </a:rPr>
                        <a:t>S.No</a:t>
                      </a:r>
                      <a:endParaRPr lang="en-IN" dirty="0">
                        <a:latin typeface="Times New Roman" panose="02020603050405020304" pitchFamily="18" charset="0"/>
                        <a:cs typeface="Times New Roman" panose="02020603050405020304" pitchFamily="18" charset="0"/>
                      </a:endParaRPr>
                    </a:p>
                  </a:txBody>
                  <a:tcPr/>
                </a:tc>
                <a:tc>
                  <a:txBody>
                    <a:bodyPr/>
                    <a:lstStyle/>
                    <a:p>
                      <a:pPr algn="l" rtl="0" fontAlgn="ctr">
                        <a:buNone/>
                      </a:pPr>
                      <a:r>
                        <a:rPr lang="en-IN" sz="1600" u="none" strike="noStrike" dirty="0">
                          <a:effectLst/>
                          <a:latin typeface="Times New Roman" panose="02020603050405020304" pitchFamily="18" charset="0"/>
                          <a:cs typeface="Times New Roman" panose="02020603050405020304" pitchFamily="18" charset="0"/>
                        </a:rPr>
                        <a:t>Title of Paper</a:t>
                      </a:r>
                      <a:endParaRPr lang="en-IN" sz="1600" b="1"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nchor="ctr"/>
                </a:tc>
                <a:tc>
                  <a:txBody>
                    <a:bodyPr/>
                    <a:lstStyle/>
                    <a:p>
                      <a:pPr algn="l" rtl="0" fontAlgn="ctr">
                        <a:buNone/>
                      </a:pPr>
                      <a:r>
                        <a:rPr lang="en-IN" sz="1600" u="none" strike="noStrike" dirty="0">
                          <a:effectLst/>
                          <a:latin typeface="Times New Roman" panose="02020603050405020304" pitchFamily="18" charset="0"/>
                          <a:cs typeface="Times New Roman" panose="02020603050405020304" pitchFamily="18" charset="0"/>
                        </a:rPr>
                        <a:t>Title of Journal / Conference</a:t>
                      </a:r>
                      <a:endParaRPr lang="en-IN" sz="1600" b="1"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nchor="ctr"/>
                </a:tc>
                <a:tc>
                  <a:txBody>
                    <a:bodyPr/>
                    <a:lstStyle/>
                    <a:p>
                      <a:pPr algn="l" rtl="0" fontAlgn="ctr">
                        <a:buNone/>
                      </a:pPr>
                      <a:r>
                        <a:rPr lang="en-IN" sz="1600" u="none" strike="noStrike" dirty="0">
                          <a:effectLst/>
                          <a:latin typeface="Times New Roman" panose="02020603050405020304" pitchFamily="18" charset="0"/>
                          <a:cs typeface="Times New Roman" panose="02020603050405020304" pitchFamily="18" charset="0"/>
                        </a:rPr>
                        <a:t>Reference with DOI</a:t>
                      </a:r>
                      <a:endParaRPr lang="en-IN" sz="1600" b="1"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nchor="ctr"/>
                </a:tc>
                <a:tc>
                  <a:txBody>
                    <a:bodyPr/>
                    <a:lstStyle/>
                    <a:p>
                      <a:pPr algn="l" rtl="0" fontAlgn="ctr">
                        <a:buNone/>
                      </a:pPr>
                      <a:r>
                        <a:rPr lang="en-IN" sz="1600" u="none" strike="noStrike" dirty="0">
                          <a:effectLst/>
                          <a:latin typeface="Times New Roman" panose="02020603050405020304" pitchFamily="18" charset="0"/>
                          <a:cs typeface="Times New Roman" panose="02020603050405020304" pitchFamily="18" charset="0"/>
                        </a:rPr>
                        <a:t>Gap Addressed</a:t>
                      </a:r>
                      <a:endParaRPr lang="en-IN" sz="1600" b="1"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nchor="ctr"/>
                </a:tc>
                <a:tc>
                  <a:txBody>
                    <a:bodyPr/>
                    <a:lstStyle/>
                    <a:p>
                      <a:pPr algn="l" rtl="0" fontAlgn="ctr">
                        <a:buNone/>
                      </a:pPr>
                      <a:r>
                        <a:rPr lang="en-IN" sz="1600" u="none" strike="noStrike" dirty="0">
                          <a:effectLst/>
                          <a:latin typeface="Times New Roman" panose="02020603050405020304" pitchFamily="18" charset="0"/>
                          <a:cs typeface="Times New Roman" panose="02020603050405020304" pitchFamily="18" charset="0"/>
                        </a:rPr>
                        <a:t>Objective of Research</a:t>
                      </a:r>
                      <a:endParaRPr lang="en-IN" sz="1600" b="1"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nchor="ctr"/>
                </a:tc>
                <a:tc>
                  <a:txBody>
                    <a:bodyPr/>
                    <a:lstStyle/>
                    <a:p>
                      <a:pPr algn="l" rtl="0" fontAlgn="ctr">
                        <a:buNone/>
                      </a:pPr>
                      <a:r>
                        <a:rPr lang="en-US" sz="1600" u="none" strike="noStrike" dirty="0">
                          <a:effectLst/>
                          <a:latin typeface="Times New Roman" panose="02020603050405020304" pitchFamily="18" charset="0"/>
                          <a:cs typeface="Times New Roman" panose="02020603050405020304" pitchFamily="18" charset="0"/>
                        </a:rPr>
                        <a:t>Focus of the Paper (Methodology Used)</a:t>
                      </a:r>
                      <a:endParaRPr lang="en-US" sz="1600" b="1"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nchor="ctr"/>
                </a:tc>
                <a:tc>
                  <a:txBody>
                    <a:bodyPr/>
                    <a:lstStyle/>
                    <a:p>
                      <a:pPr algn="l" rtl="0" fontAlgn="ctr">
                        <a:buNone/>
                      </a:pPr>
                      <a:r>
                        <a:rPr lang="en-IN" sz="1600" u="none" strike="noStrike" dirty="0">
                          <a:effectLst/>
                          <a:latin typeface="Times New Roman" panose="02020603050405020304" pitchFamily="18" charset="0"/>
                          <a:cs typeface="Times New Roman" panose="02020603050405020304" pitchFamily="18" charset="0"/>
                        </a:rPr>
                        <a:t>Summary in One Line</a:t>
                      </a:r>
                      <a:endParaRPr lang="en-IN" sz="1600" b="1"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nchor="ctr"/>
                </a:tc>
                <a:extLst>
                  <a:ext uri="{0D108BD9-81ED-4DB2-BD59-A6C34878D82A}">
                    <a16:rowId xmlns:a16="http://schemas.microsoft.com/office/drawing/2014/main" val="3867762198"/>
                  </a:ext>
                </a:extLst>
              </a:tr>
              <a:tr h="1351924">
                <a:tc>
                  <a:txBody>
                    <a:bodyPr/>
                    <a:lstStyle/>
                    <a:p>
                      <a:r>
                        <a:rPr lang="en-US" dirty="0">
                          <a:latin typeface="Times New Roman" panose="02020603050405020304" pitchFamily="18" charset="0"/>
                          <a:cs typeface="Times New Roman" panose="02020603050405020304" pitchFamily="18" charset="0"/>
                        </a:rPr>
                        <a:t>13.</a:t>
                      </a:r>
                      <a:endParaRPr lang="en-IN" dirty="0">
                        <a:latin typeface="Times New Roman" panose="02020603050405020304" pitchFamily="18" charset="0"/>
                        <a:cs typeface="Times New Roman" panose="02020603050405020304" pitchFamily="18" charset="0"/>
                      </a:endParaRPr>
                    </a:p>
                  </a:txBody>
                  <a:tcPr/>
                </a:tc>
                <a:tc>
                  <a:txBody>
                    <a:bodyPr/>
                    <a:lstStyle/>
                    <a:p>
                      <a:pPr algn="l" rtl="0" fontAlgn="ctr">
                        <a:buNone/>
                      </a:pPr>
                      <a:r>
                        <a:rPr lang="en-US" sz="1800" b="0" i="0" u="none" strike="noStrike" dirty="0">
                          <a:solidFill>
                            <a:srgbClr val="1F1F1F"/>
                          </a:solidFill>
                          <a:effectLst/>
                          <a:latin typeface="Times New Roman" panose="02020603050405020304" pitchFamily="18" charset="0"/>
                          <a:cs typeface="Times New Roman" panose="02020603050405020304" pitchFamily="18" charset="0"/>
                        </a:rPr>
                        <a:t>Smart Maintenance Using IoT</a:t>
                      </a:r>
                    </a:p>
                  </a:txBody>
                  <a:tcPr marL="61563" marR="5130" marT="5130" marB="0"/>
                </a:tc>
                <a:tc>
                  <a:txBody>
                    <a:bodyPr/>
                    <a:lstStyle/>
                    <a:p>
                      <a:pPr algn="l" rtl="0" fontAlgn="ctr">
                        <a:buNone/>
                      </a:pPr>
                      <a:r>
                        <a:rPr lang="en-US" sz="1800" b="0" i="0" u="none" strike="noStrike" dirty="0">
                          <a:solidFill>
                            <a:srgbClr val="1F1F1F"/>
                          </a:solidFill>
                          <a:effectLst/>
                          <a:latin typeface="Times New Roman" panose="02020603050405020304" pitchFamily="18" charset="0"/>
                          <a:cs typeface="Times New Roman" panose="02020603050405020304" pitchFamily="18" charset="0"/>
                        </a:rPr>
                        <a:t>IEEE Internet of Things Journal</a:t>
                      </a:r>
                      <a:endParaRPr lang="en-IN" sz="1800" b="0"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tc>
                <a:tc>
                  <a:txBody>
                    <a:bodyPr/>
                    <a:lstStyle/>
                    <a:p>
                      <a:pPr algn="l" rtl="0" fontAlgn="ctr">
                        <a:buNone/>
                      </a:pPr>
                      <a:r>
                        <a:rPr lang="en-IN" sz="1800" dirty="0">
                          <a:latin typeface="Times New Roman" panose="02020603050405020304" pitchFamily="18" charset="0"/>
                          <a:cs typeface="Times New Roman" panose="02020603050405020304" pitchFamily="18" charset="0"/>
                        </a:rPr>
                        <a:t>10.1109/JIOT.2018.2876181</a:t>
                      </a:r>
                      <a:endParaRPr lang="en-IN" sz="1800" b="0"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tc>
                <a:tc>
                  <a:txBody>
                    <a:bodyPr/>
                    <a:lstStyle/>
                    <a:p>
                      <a:pPr>
                        <a:lnSpc>
                          <a:spcPct val="107000"/>
                        </a:lnSpc>
                        <a:spcAft>
                          <a:spcPts val="800"/>
                        </a:spcAft>
                        <a:buNone/>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Lack of smart maintenance</a:t>
                      </a:r>
                    </a:p>
                  </a:txBody>
                  <a:tcPr marL="9525" marR="9525" marT="9525" marB="9525" anchor="ctr"/>
                </a:tc>
                <a:tc>
                  <a:txBody>
                    <a:bodyPr/>
                    <a:lstStyle/>
                    <a:p>
                      <a:pPr algn="l" rtl="0" fontAlgn="ctr">
                        <a:buNone/>
                      </a:pPr>
                      <a:r>
                        <a:rPr lang="en-US" sz="1800" kern="1200" dirty="0">
                          <a:solidFill>
                            <a:schemeClr val="dk1"/>
                          </a:solidFill>
                          <a:effectLst/>
                          <a:latin typeface="Times New Roman" panose="02020603050405020304" pitchFamily="18" charset="0"/>
                          <a:ea typeface="+mn-ea"/>
                          <a:cs typeface="Times New Roman" panose="02020603050405020304" pitchFamily="18" charset="0"/>
                        </a:rPr>
                        <a:t>IoT-based </a:t>
                      </a:r>
                      <a:r>
                        <a:rPr lang="en-US" sz="1800" kern="1200" dirty="0" err="1">
                          <a:solidFill>
                            <a:schemeClr val="dk1"/>
                          </a:solidFill>
                          <a:effectLst/>
                          <a:latin typeface="Times New Roman" panose="02020603050405020304" pitchFamily="18" charset="0"/>
                          <a:ea typeface="+mn-ea"/>
                          <a:cs typeface="Times New Roman" panose="02020603050405020304" pitchFamily="18" charset="0"/>
                        </a:rPr>
                        <a:t>PdM</a:t>
                      </a:r>
                      <a:endParaRPr lang="en-US" sz="1600" b="0"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tc>
                <a:tc>
                  <a:txBody>
                    <a:bodyPr/>
                    <a:lstStyle/>
                    <a:p>
                      <a:pPr algn="l" rtl="0" fontAlgn="ctr">
                        <a:buNone/>
                      </a:pPr>
                      <a:r>
                        <a:rPr lang="en-US" sz="1800" b="0" i="0" u="none" strike="noStrike" dirty="0">
                          <a:solidFill>
                            <a:srgbClr val="1F1F1F"/>
                          </a:solidFill>
                          <a:effectLst/>
                          <a:latin typeface="Times New Roman" panose="02020603050405020304" pitchFamily="18" charset="0"/>
                          <a:cs typeface="Times New Roman" panose="02020603050405020304" pitchFamily="18" charset="0"/>
                        </a:rPr>
                        <a:t>IoT sensors + ML</a:t>
                      </a:r>
                    </a:p>
                  </a:txBody>
                  <a:tcPr marL="61563" marR="5130" marT="5130" marB="0"/>
                </a:tc>
                <a:tc>
                  <a:txBody>
                    <a:bodyPr/>
                    <a:lstStyle/>
                    <a:p>
                      <a:pPr>
                        <a:lnSpc>
                          <a:spcPct val="107000"/>
                        </a:lnSpc>
                        <a:spcAft>
                          <a:spcPts val="800"/>
                        </a:spcAft>
                        <a:buNone/>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Smart </a:t>
                      </a:r>
                      <a:r>
                        <a:rPr lang="en-IN" sz="1800" kern="100" dirty="0" err="1">
                          <a:effectLst/>
                          <a:latin typeface="Times New Roman" panose="02020603050405020304" pitchFamily="18" charset="0"/>
                          <a:ea typeface="Calibri" panose="020F0502020204030204" pitchFamily="34" charset="0"/>
                          <a:cs typeface="Times New Roman" panose="02020603050405020304" pitchFamily="18" charset="0"/>
                        </a:rPr>
                        <a:t>PdM</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reduces failures</a:t>
                      </a:r>
                    </a:p>
                  </a:txBody>
                  <a:tcPr marL="9525" marR="9525" marT="9525" marB="9525" anchor="ctr"/>
                </a:tc>
                <a:extLst>
                  <a:ext uri="{0D108BD9-81ED-4DB2-BD59-A6C34878D82A}">
                    <a16:rowId xmlns:a16="http://schemas.microsoft.com/office/drawing/2014/main" val="1746194149"/>
                  </a:ext>
                </a:extLst>
              </a:tr>
              <a:tr h="1745476">
                <a:tc>
                  <a:txBody>
                    <a:bodyPr/>
                    <a:lstStyle/>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14.</a:t>
                      </a:r>
                      <a:endParaRPr lang="en-IN" dirty="0">
                        <a:latin typeface="Times New Roman" panose="02020603050405020304" pitchFamily="18" charset="0"/>
                        <a:cs typeface="Times New Roman" panose="02020603050405020304" pitchFamily="18" charset="0"/>
                      </a:endParaRPr>
                    </a:p>
                  </a:txBody>
                  <a:tcPr/>
                </a:tc>
                <a:tc>
                  <a:txBody>
                    <a:bodyPr/>
                    <a:lstStyle/>
                    <a:p>
                      <a:pPr>
                        <a:lnSpc>
                          <a:spcPct val="107000"/>
                        </a:lnSpc>
                        <a:spcAft>
                          <a:spcPts val="800"/>
                        </a:spcAft>
                        <a:buNone/>
                      </a:pPr>
                      <a:r>
                        <a:rPr lang="en-IN" sz="1800" kern="100" dirty="0" err="1">
                          <a:effectLst/>
                          <a:latin typeface="Times New Roman" panose="02020603050405020304" pitchFamily="18" charset="0"/>
                          <a:ea typeface="Calibri" panose="020F0502020204030204" pitchFamily="34" charset="0"/>
                          <a:cs typeface="Times New Roman" panose="02020603050405020304" pitchFamily="18" charset="0"/>
                        </a:rPr>
                        <a:t>PdM</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in Manufacturing Systems</a:t>
                      </a:r>
                    </a:p>
                  </a:txBody>
                  <a:tcPr marL="9525" marR="9525" marT="9525" marB="9525" anchor="ctr"/>
                </a:tc>
                <a:tc>
                  <a:txBody>
                    <a:bodyPr/>
                    <a:lstStyle/>
                    <a:p>
                      <a:pPr>
                        <a:lnSpc>
                          <a:spcPct val="107000"/>
                        </a:lnSpc>
                        <a:spcAft>
                          <a:spcPts val="800"/>
                        </a:spcAft>
                        <a:buNone/>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Procedia CIRP</a:t>
                      </a:r>
                    </a:p>
                  </a:txBody>
                  <a:tcPr marL="9525" marR="9525" marT="9525" marB="9525" anchor="ctr"/>
                </a:tc>
                <a:tc>
                  <a:txBody>
                    <a:bodyPr/>
                    <a:lstStyle/>
                    <a:p>
                      <a:pPr>
                        <a:lnSpc>
                          <a:spcPct val="107000"/>
                        </a:lnSpc>
                        <a:spcAft>
                          <a:spcPts val="800"/>
                        </a:spcAft>
                        <a:buNone/>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10.1016/j.procir.2016.07.058</a:t>
                      </a:r>
                    </a:p>
                  </a:txBody>
                  <a:tcPr marL="9525" marR="9525" marT="9525" marB="9525" anchor="ctr"/>
                </a:tc>
                <a:tc>
                  <a:txBody>
                    <a:bodyPr/>
                    <a:lstStyle/>
                    <a:p>
                      <a:pPr>
                        <a:lnSpc>
                          <a:spcPct val="107000"/>
                        </a:lnSpc>
                        <a:spcAft>
                          <a:spcPts val="800"/>
                        </a:spcAft>
                        <a:buNone/>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Large data     processing</a:t>
                      </a:r>
                    </a:p>
                  </a:txBody>
                  <a:tcPr marL="9525" marR="9525" marT="9525" marB="9525" anchor="ctr"/>
                </a:tc>
                <a:tc>
                  <a:txBody>
                    <a:bodyPr/>
                    <a:lstStyle/>
                    <a:p>
                      <a:pPr>
                        <a:lnSpc>
                          <a:spcPct val="107000"/>
                        </a:lnSpc>
                        <a:spcAft>
                          <a:spcPts val="800"/>
                        </a:spcAft>
                        <a:buNone/>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Survey </a:t>
                      </a:r>
                      <a:r>
                        <a:rPr lang="en-US" sz="1800" kern="100" dirty="0" err="1">
                          <a:effectLst/>
                          <a:latin typeface="Times New Roman" panose="02020603050405020304" pitchFamily="18" charset="0"/>
                          <a:ea typeface="Calibri" panose="020F0502020204030204" pitchFamily="34" charset="0"/>
                          <a:cs typeface="Times New Roman" panose="02020603050405020304" pitchFamily="18" charset="0"/>
                        </a:rPr>
                        <a:t>PdM</a:t>
                      </a: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 methods</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gn="l" rtl="0" fontAlgn="ctr">
                        <a:buNone/>
                      </a:pPr>
                      <a:endParaRPr lang="en-IN" sz="1800" kern="1200" dirty="0">
                        <a:solidFill>
                          <a:schemeClr val="dk1"/>
                        </a:solidFill>
                        <a:effectLst/>
                        <a:latin typeface="Times New Roman" panose="02020603050405020304" pitchFamily="18" charset="0"/>
                        <a:ea typeface="+mn-ea"/>
                        <a:cs typeface="Times New Roman" panose="02020603050405020304" pitchFamily="18" charset="0"/>
                      </a:endParaRPr>
                    </a:p>
                    <a:p>
                      <a:pPr algn="l" rtl="0" fontAlgn="ctr">
                        <a:buNone/>
                      </a:pPr>
                      <a:endParaRPr lang="en-IN" sz="1800" kern="1200" dirty="0">
                        <a:solidFill>
                          <a:schemeClr val="dk1"/>
                        </a:solidFill>
                        <a:effectLst/>
                        <a:latin typeface="Times New Roman" panose="02020603050405020304" pitchFamily="18" charset="0"/>
                        <a:ea typeface="+mn-ea"/>
                        <a:cs typeface="Times New Roman" panose="02020603050405020304" pitchFamily="18" charset="0"/>
                      </a:endParaRPr>
                    </a:p>
                    <a:p>
                      <a:pPr algn="l" rtl="0" fontAlgn="ctr">
                        <a:buNone/>
                      </a:pPr>
                      <a:r>
                        <a:rPr lang="en-IN" sz="1800" kern="1200" dirty="0">
                          <a:solidFill>
                            <a:schemeClr val="dk1"/>
                          </a:solidFill>
                          <a:effectLst/>
                          <a:latin typeface="Times New Roman" panose="02020603050405020304" pitchFamily="18" charset="0"/>
                          <a:ea typeface="+mn-ea"/>
                          <a:cs typeface="Times New Roman" panose="02020603050405020304" pitchFamily="18" charset="0"/>
                        </a:rPr>
                        <a:t>ML survey</a:t>
                      </a:r>
                      <a:endParaRPr lang="en-US" sz="1600" b="0"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tc>
                <a:tc>
                  <a:txBody>
                    <a:bodyPr/>
                    <a:lstStyle/>
                    <a:p>
                      <a:pPr algn="l" rtl="0" fontAlgn="ctr">
                        <a:buNone/>
                      </a:pPr>
                      <a:endParaRPr lang="en-US" sz="1800" b="0" i="0" u="none" strike="noStrike" dirty="0">
                        <a:solidFill>
                          <a:srgbClr val="1F1F1F"/>
                        </a:solidFill>
                        <a:effectLst/>
                        <a:latin typeface="Times New Roman" panose="02020603050405020304" pitchFamily="18" charset="0"/>
                        <a:cs typeface="Times New Roman" panose="02020603050405020304" pitchFamily="18" charset="0"/>
                      </a:endParaRPr>
                    </a:p>
                    <a:p>
                      <a:pPr algn="l" rtl="0" fontAlgn="ctr">
                        <a:buNone/>
                      </a:pPr>
                      <a:endParaRPr lang="en-US" sz="1800" b="0" i="0" u="none" strike="noStrike" dirty="0">
                        <a:solidFill>
                          <a:srgbClr val="1F1F1F"/>
                        </a:solidFill>
                        <a:effectLst/>
                        <a:latin typeface="Times New Roman" panose="02020603050405020304" pitchFamily="18" charset="0"/>
                        <a:cs typeface="Times New Roman" panose="02020603050405020304" pitchFamily="18" charset="0"/>
                      </a:endParaRPr>
                    </a:p>
                    <a:p>
                      <a:pPr algn="l" rtl="0" fontAlgn="ctr">
                        <a:buNone/>
                      </a:pPr>
                      <a:endParaRPr lang="en-US" sz="1800" b="0" i="0" u="none" strike="noStrike" dirty="0">
                        <a:solidFill>
                          <a:srgbClr val="1F1F1F"/>
                        </a:solidFill>
                        <a:effectLst/>
                        <a:latin typeface="Times New Roman" panose="02020603050405020304" pitchFamily="18" charset="0"/>
                        <a:cs typeface="Times New Roman" panose="02020603050405020304" pitchFamily="18" charset="0"/>
                      </a:endParaRPr>
                    </a:p>
                    <a:p>
                      <a:pPr algn="l" rtl="0" fontAlgn="ctr">
                        <a:buNone/>
                      </a:pPr>
                      <a:r>
                        <a:rPr lang="en-US" sz="1800" b="0" i="0" u="none" strike="noStrike" dirty="0">
                          <a:solidFill>
                            <a:srgbClr val="1F1F1F"/>
                          </a:solidFill>
                          <a:effectLst/>
                          <a:latin typeface="Times New Roman" panose="02020603050405020304" pitchFamily="18" charset="0"/>
                          <a:cs typeface="Times New Roman" panose="02020603050405020304" pitchFamily="18" charset="0"/>
                        </a:rPr>
                        <a:t>Reviews </a:t>
                      </a:r>
                      <a:r>
                        <a:rPr lang="en-US" sz="1800" b="0" i="0" u="none" strike="noStrike" dirty="0" err="1">
                          <a:solidFill>
                            <a:srgbClr val="1F1F1F"/>
                          </a:solidFill>
                          <a:effectLst/>
                          <a:latin typeface="Times New Roman" panose="02020603050405020304" pitchFamily="18" charset="0"/>
                          <a:cs typeface="Times New Roman" panose="02020603050405020304" pitchFamily="18" charset="0"/>
                        </a:rPr>
                        <a:t>PdM</a:t>
                      </a:r>
                      <a:r>
                        <a:rPr lang="en-US" sz="1800" b="0" i="0" u="none" strike="noStrike" dirty="0">
                          <a:solidFill>
                            <a:srgbClr val="1F1F1F"/>
                          </a:solidFill>
                          <a:effectLst/>
                          <a:latin typeface="Times New Roman" panose="02020603050405020304" pitchFamily="18" charset="0"/>
                          <a:cs typeface="Times New Roman" panose="02020603050405020304" pitchFamily="18" charset="0"/>
                        </a:rPr>
                        <a:t> ML techniques</a:t>
                      </a:r>
                    </a:p>
                  </a:txBody>
                  <a:tcPr marL="61563" marR="5130" marT="5130" marB="0"/>
                </a:tc>
                <a:extLst>
                  <a:ext uri="{0D108BD9-81ED-4DB2-BD59-A6C34878D82A}">
                    <a16:rowId xmlns:a16="http://schemas.microsoft.com/office/drawing/2014/main" val="1765443280"/>
                  </a:ext>
                </a:extLst>
              </a:tr>
            </a:tbl>
          </a:graphicData>
        </a:graphic>
      </p:graphicFrame>
    </p:spTree>
    <p:extLst>
      <p:ext uri="{BB962C8B-B14F-4D97-AF65-F5344CB8AC3E}">
        <p14:creationId xmlns:p14="http://schemas.microsoft.com/office/powerpoint/2010/main" val="22116559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064A9F-1975-8050-4627-3532EB475E2F}"/>
              </a:ext>
            </a:extLst>
          </p:cNvPr>
          <p:cNvSpPr>
            <a:spLocks noGrp="1"/>
          </p:cNvSpPr>
          <p:nvPr>
            <p:ph type="title"/>
          </p:nvPr>
        </p:nvSpPr>
        <p:spPr/>
        <p:txBody>
          <a:bodyPr/>
          <a:lstStyle/>
          <a:p>
            <a:endParaRPr lang="en-IN"/>
          </a:p>
        </p:txBody>
      </p:sp>
      <p:graphicFrame>
        <p:nvGraphicFramePr>
          <p:cNvPr id="3" name="Table 2">
            <a:extLst>
              <a:ext uri="{FF2B5EF4-FFF2-40B4-BE49-F238E27FC236}">
                <a16:creationId xmlns:a16="http://schemas.microsoft.com/office/drawing/2014/main" id="{934AD561-C540-0628-F8EE-C48C05663933}"/>
              </a:ext>
            </a:extLst>
          </p:cNvPr>
          <p:cNvGraphicFramePr>
            <a:graphicFrameLocks noGrp="1"/>
          </p:cNvGraphicFramePr>
          <p:nvPr>
            <p:extLst>
              <p:ext uri="{D42A27DB-BD31-4B8C-83A1-F6EECF244321}">
                <p14:modId xmlns:p14="http://schemas.microsoft.com/office/powerpoint/2010/main" val="1461588148"/>
              </p:ext>
            </p:extLst>
          </p:nvPr>
        </p:nvGraphicFramePr>
        <p:xfrm>
          <a:off x="302079" y="122465"/>
          <a:ext cx="8303078" cy="4555897"/>
        </p:xfrm>
        <a:graphic>
          <a:graphicData uri="http://schemas.openxmlformats.org/drawingml/2006/table">
            <a:tbl>
              <a:tblPr firstRow="1" bandRow="1">
                <a:tableStyleId>{5C22544A-7EE6-4342-B048-85BDC9FD1C3A}</a:tableStyleId>
              </a:tblPr>
              <a:tblGrid>
                <a:gridCol w="476338">
                  <a:extLst>
                    <a:ext uri="{9D8B030D-6E8A-4147-A177-3AD203B41FA5}">
                      <a16:colId xmlns:a16="http://schemas.microsoft.com/office/drawing/2014/main" val="39564056"/>
                    </a:ext>
                  </a:extLst>
                </a:gridCol>
                <a:gridCol w="1133359">
                  <a:extLst>
                    <a:ext uri="{9D8B030D-6E8A-4147-A177-3AD203B41FA5}">
                      <a16:colId xmlns:a16="http://schemas.microsoft.com/office/drawing/2014/main" val="2027705897"/>
                    </a:ext>
                  </a:extLst>
                </a:gridCol>
                <a:gridCol w="1000764">
                  <a:extLst>
                    <a:ext uri="{9D8B030D-6E8A-4147-A177-3AD203B41FA5}">
                      <a16:colId xmlns:a16="http://schemas.microsoft.com/office/drawing/2014/main" val="3808498635"/>
                    </a:ext>
                  </a:extLst>
                </a:gridCol>
                <a:gridCol w="1027966">
                  <a:extLst>
                    <a:ext uri="{9D8B030D-6E8A-4147-A177-3AD203B41FA5}">
                      <a16:colId xmlns:a16="http://schemas.microsoft.com/office/drawing/2014/main" val="2643785355"/>
                    </a:ext>
                  </a:extLst>
                </a:gridCol>
                <a:gridCol w="1227598">
                  <a:extLst>
                    <a:ext uri="{9D8B030D-6E8A-4147-A177-3AD203B41FA5}">
                      <a16:colId xmlns:a16="http://schemas.microsoft.com/office/drawing/2014/main" val="393240755"/>
                    </a:ext>
                  </a:extLst>
                </a:gridCol>
                <a:gridCol w="1175169">
                  <a:extLst>
                    <a:ext uri="{9D8B030D-6E8A-4147-A177-3AD203B41FA5}">
                      <a16:colId xmlns:a16="http://schemas.microsoft.com/office/drawing/2014/main" val="1080389036"/>
                    </a:ext>
                  </a:extLst>
                </a:gridCol>
                <a:gridCol w="1175169">
                  <a:extLst>
                    <a:ext uri="{9D8B030D-6E8A-4147-A177-3AD203B41FA5}">
                      <a16:colId xmlns:a16="http://schemas.microsoft.com/office/drawing/2014/main" val="3184178213"/>
                    </a:ext>
                  </a:extLst>
                </a:gridCol>
                <a:gridCol w="1086715">
                  <a:extLst>
                    <a:ext uri="{9D8B030D-6E8A-4147-A177-3AD203B41FA5}">
                      <a16:colId xmlns:a16="http://schemas.microsoft.com/office/drawing/2014/main" val="4201536954"/>
                    </a:ext>
                  </a:extLst>
                </a:gridCol>
              </a:tblGrid>
              <a:tr h="1040437">
                <a:tc>
                  <a:txBody>
                    <a:bodyPr/>
                    <a:lstStyle/>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dirty="0" err="1">
                          <a:latin typeface="Times New Roman" panose="02020603050405020304" pitchFamily="18" charset="0"/>
                          <a:cs typeface="Times New Roman" panose="02020603050405020304" pitchFamily="18" charset="0"/>
                        </a:rPr>
                        <a:t>S.No</a:t>
                      </a:r>
                      <a:endParaRPr lang="en-IN" dirty="0">
                        <a:latin typeface="Times New Roman" panose="02020603050405020304" pitchFamily="18" charset="0"/>
                        <a:cs typeface="Times New Roman" panose="02020603050405020304" pitchFamily="18" charset="0"/>
                      </a:endParaRPr>
                    </a:p>
                  </a:txBody>
                  <a:tcPr/>
                </a:tc>
                <a:tc>
                  <a:txBody>
                    <a:bodyPr/>
                    <a:lstStyle/>
                    <a:p>
                      <a:pPr algn="l" rtl="0" fontAlgn="ctr">
                        <a:buNone/>
                      </a:pPr>
                      <a:r>
                        <a:rPr lang="en-IN" sz="1600" u="none" strike="noStrike" dirty="0">
                          <a:effectLst/>
                          <a:latin typeface="Times New Roman" panose="02020603050405020304" pitchFamily="18" charset="0"/>
                          <a:cs typeface="Times New Roman" panose="02020603050405020304" pitchFamily="18" charset="0"/>
                        </a:rPr>
                        <a:t>Title of Paper</a:t>
                      </a:r>
                      <a:endParaRPr lang="en-IN" sz="1600" b="1"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nchor="ctr"/>
                </a:tc>
                <a:tc>
                  <a:txBody>
                    <a:bodyPr/>
                    <a:lstStyle/>
                    <a:p>
                      <a:pPr algn="l" rtl="0" fontAlgn="ctr">
                        <a:buNone/>
                      </a:pPr>
                      <a:r>
                        <a:rPr lang="en-IN" sz="1600" u="none" strike="noStrike" dirty="0">
                          <a:effectLst/>
                          <a:latin typeface="Times New Roman" panose="02020603050405020304" pitchFamily="18" charset="0"/>
                          <a:cs typeface="Times New Roman" panose="02020603050405020304" pitchFamily="18" charset="0"/>
                        </a:rPr>
                        <a:t>Title of Journal / Conference</a:t>
                      </a:r>
                      <a:endParaRPr lang="en-IN" sz="1600" b="1"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nchor="ctr"/>
                </a:tc>
                <a:tc>
                  <a:txBody>
                    <a:bodyPr/>
                    <a:lstStyle/>
                    <a:p>
                      <a:pPr algn="l" rtl="0" fontAlgn="ctr">
                        <a:buNone/>
                      </a:pPr>
                      <a:r>
                        <a:rPr lang="en-IN" sz="1600" u="none" strike="noStrike" dirty="0">
                          <a:effectLst/>
                          <a:latin typeface="Times New Roman" panose="02020603050405020304" pitchFamily="18" charset="0"/>
                          <a:cs typeface="Times New Roman" panose="02020603050405020304" pitchFamily="18" charset="0"/>
                        </a:rPr>
                        <a:t>Reference with DOI</a:t>
                      </a:r>
                      <a:endParaRPr lang="en-IN" sz="1600" b="1"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nchor="ctr"/>
                </a:tc>
                <a:tc>
                  <a:txBody>
                    <a:bodyPr/>
                    <a:lstStyle/>
                    <a:p>
                      <a:pPr algn="l" rtl="0" fontAlgn="ctr">
                        <a:buNone/>
                      </a:pPr>
                      <a:r>
                        <a:rPr lang="en-IN" sz="1600" u="none" strike="noStrike" dirty="0">
                          <a:effectLst/>
                          <a:latin typeface="Times New Roman" panose="02020603050405020304" pitchFamily="18" charset="0"/>
                          <a:cs typeface="Times New Roman" panose="02020603050405020304" pitchFamily="18" charset="0"/>
                        </a:rPr>
                        <a:t>Gap Addressed</a:t>
                      </a:r>
                      <a:endParaRPr lang="en-IN" sz="1600" b="1"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nchor="ctr"/>
                </a:tc>
                <a:tc>
                  <a:txBody>
                    <a:bodyPr/>
                    <a:lstStyle/>
                    <a:p>
                      <a:pPr algn="l" rtl="0" fontAlgn="ctr">
                        <a:buNone/>
                      </a:pPr>
                      <a:r>
                        <a:rPr lang="en-IN" sz="1600" u="none" strike="noStrike" dirty="0">
                          <a:effectLst/>
                          <a:latin typeface="Times New Roman" panose="02020603050405020304" pitchFamily="18" charset="0"/>
                          <a:cs typeface="Times New Roman" panose="02020603050405020304" pitchFamily="18" charset="0"/>
                        </a:rPr>
                        <a:t>Objective of Research</a:t>
                      </a:r>
                      <a:endParaRPr lang="en-IN" sz="1600" b="1"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nchor="ctr"/>
                </a:tc>
                <a:tc>
                  <a:txBody>
                    <a:bodyPr/>
                    <a:lstStyle/>
                    <a:p>
                      <a:pPr algn="l" rtl="0" fontAlgn="ctr">
                        <a:buNone/>
                      </a:pPr>
                      <a:r>
                        <a:rPr lang="en-US" sz="1600" u="none" strike="noStrike" dirty="0">
                          <a:effectLst/>
                          <a:latin typeface="Times New Roman" panose="02020603050405020304" pitchFamily="18" charset="0"/>
                          <a:cs typeface="Times New Roman" panose="02020603050405020304" pitchFamily="18" charset="0"/>
                        </a:rPr>
                        <a:t>Focus of the Paper (Methodology Used)</a:t>
                      </a:r>
                      <a:endParaRPr lang="en-US" sz="1600" b="1"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nchor="ctr"/>
                </a:tc>
                <a:tc>
                  <a:txBody>
                    <a:bodyPr/>
                    <a:lstStyle/>
                    <a:p>
                      <a:pPr algn="l" rtl="0" fontAlgn="ctr">
                        <a:buNone/>
                      </a:pPr>
                      <a:r>
                        <a:rPr lang="en-IN" sz="1600" u="none" strike="noStrike" dirty="0">
                          <a:effectLst/>
                          <a:latin typeface="Times New Roman" panose="02020603050405020304" pitchFamily="18" charset="0"/>
                          <a:cs typeface="Times New Roman" panose="02020603050405020304" pitchFamily="18" charset="0"/>
                        </a:rPr>
                        <a:t>Summary in One Line</a:t>
                      </a:r>
                      <a:endParaRPr lang="en-IN" sz="1600" b="1"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nchor="ctr"/>
                </a:tc>
                <a:extLst>
                  <a:ext uri="{0D108BD9-81ED-4DB2-BD59-A6C34878D82A}">
                    <a16:rowId xmlns:a16="http://schemas.microsoft.com/office/drawing/2014/main" val="4057317377"/>
                  </a:ext>
                </a:extLst>
              </a:tr>
              <a:tr h="1363876">
                <a:tc>
                  <a:txBody>
                    <a:bodyPr/>
                    <a:lstStyle/>
                    <a:p>
                      <a:r>
                        <a:rPr lang="en-US" dirty="0">
                          <a:latin typeface="Times New Roman" panose="02020603050405020304" pitchFamily="18" charset="0"/>
                          <a:cs typeface="Times New Roman" panose="02020603050405020304" pitchFamily="18" charset="0"/>
                        </a:rPr>
                        <a:t>15.</a:t>
                      </a:r>
                      <a:endParaRPr lang="en-IN" dirty="0">
                        <a:latin typeface="Times New Roman" panose="02020603050405020304" pitchFamily="18" charset="0"/>
                        <a:cs typeface="Times New Roman" panose="02020603050405020304" pitchFamily="18" charset="0"/>
                      </a:endParaRPr>
                    </a:p>
                  </a:txBody>
                  <a:tcPr/>
                </a:tc>
                <a:tc>
                  <a:txBody>
                    <a:bodyPr/>
                    <a:lstStyle/>
                    <a:p>
                      <a:pPr algn="l" rtl="0" fontAlgn="ctr">
                        <a:buNone/>
                      </a:pPr>
                      <a:r>
                        <a:rPr lang="en-US" sz="1800" b="0" i="0" u="none" strike="noStrike" dirty="0">
                          <a:solidFill>
                            <a:srgbClr val="1F1F1F"/>
                          </a:solidFill>
                          <a:effectLst/>
                          <a:latin typeface="Times New Roman" panose="02020603050405020304" pitchFamily="18" charset="0"/>
                          <a:cs typeface="Times New Roman" panose="02020603050405020304" pitchFamily="18" charset="0"/>
                        </a:rPr>
                        <a:t>Hybrid ML Models for </a:t>
                      </a:r>
                      <a:r>
                        <a:rPr lang="en-US" sz="1800" b="0" i="0" u="none" strike="noStrike" dirty="0" err="1">
                          <a:solidFill>
                            <a:srgbClr val="1F1F1F"/>
                          </a:solidFill>
                          <a:effectLst/>
                          <a:latin typeface="Times New Roman" panose="02020603050405020304" pitchFamily="18" charset="0"/>
                          <a:cs typeface="Times New Roman" panose="02020603050405020304" pitchFamily="18" charset="0"/>
                        </a:rPr>
                        <a:t>PdM</a:t>
                      </a:r>
                      <a:endParaRPr lang="en-US" sz="1800" b="0"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tc>
                <a:tc>
                  <a:txBody>
                    <a:bodyPr/>
                    <a:lstStyle/>
                    <a:p>
                      <a:pPr algn="l" rtl="0" fontAlgn="ctr">
                        <a:buNone/>
                      </a:pPr>
                      <a:r>
                        <a:rPr lang="en-IN" sz="1800" b="0" i="0" u="none" strike="noStrike" dirty="0">
                          <a:solidFill>
                            <a:srgbClr val="1F1F1F"/>
                          </a:solidFill>
                          <a:effectLst/>
                          <a:latin typeface="Times New Roman" panose="02020603050405020304" pitchFamily="18" charset="0"/>
                          <a:cs typeface="Times New Roman" panose="02020603050405020304" pitchFamily="18" charset="0"/>
                        </a:rPr>
                        <a:t>Expert Systems with Applications</a:t>
                      </a:r>
                    </a:p>
                  </a:txBody>
                  <a:tcPr marL="61563" marR="5130" marT="5130" marB="0"/>
                </a:tc>
                <a:tc>
                  <a:txBody>
                    <a:bodyPr/>
                    <a:lstStyle/>
                    <a:p>
                      <a:pPr algn="l" rtl="0" fontAlgn="ctr">
                        <a:buNone/>
                      </a:pPr>
                      <a:r>
                        <a:rPr lang="en-IN" sz="1800" dirty="0">
                          <a:latin typeface="Times New Roman" panose="02020603050405020304" pitchFamily="18" charset="0"/>
                          <a:cs typeface="Times New Roman" panose="02020603050405020304" pitchFamily="18" charset="0"/>
                        </a:rPr>
                        <a:t>10.1016/j.eswa.2018.10.015</a:t>
                      </a:r>
                      <a:endParaRPr lang="en-IN" sz="1800" b="0"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tc>
                <a:tc>
                  <a:txBody>
                    <a:bodyPr/>
                    <a:lstStyle/>
                    <a:p>
                      <a:pPr algn="l" rtl="0" fontAlgn="ctr">
                        <a:buNone/>
                      </a:pPr>
                      <a:r>
                        <a:rPr lang="en-US" sz="1800" b="0" i="0" u="none" strike="noStrike" dirty="0">
                          <a:solidFill>
                            <a:srgbClr val="1F1F1F"/>
                          </a:solidFill>
                          <a:effectLst/>
                          <a:latin typeface="Times New Roman" panose="02020603050405020304" pitchFamily="18" charset="0"/>
                          <a:cs typeface="Times New Roman" panose="02020603050405020304" pitchFamily="18" charset="0"/>
                        </a:rPr>
                        <a:t>Low prediction accuracy</a:t>
                      </a:r>
                    </a:p>
                  </a:txBody>
                  <a:tcPr marL="61563" marR="5130" marT="5130" marB="0"/>
                </a:tc>
                <a:tc>
                  <a:txBody>
                    <a:bodyPr/>
                    <a:lstStyle/>
                    <a:p>
                      <a:pPr>
                        <a:lnSpc>
                          <a:spcPct val="107000"/>
                        </a:lnSpc>
                        <a:spcAft>
                          <a:spcPts val="800"/>
                        </a:spcAft>
                        <a:buNone/>
                      </a:pPr>
                      <a:r>
                        <a:rPr lang="en-IN" sz="2000" kern="100" dirty="0">
                          <a:effectLst/>
                          <a:latin typeface="Times New Roman" panose="02020603050405020304" pitchFamily="18" charset="0"/>
                          <a:ea typeface="Calibri" panose="020F0502020204030204" pitchFamily="34" charset="0"/>
                          <a:cs typeface="Times New Roman" panose="02020603050405020304" pitchFamily="18" charset="0"/>
                        </a:rPr>
                        <a:t>Improve accuracy</a:t>
                      </a:r>
                    </a:p>
                  </a:txBody>
                  <a:tcPr marL="9525" marR="9525" marT="9525" marB="9525" anchor="ctr"/>
                </a:tc>
                <a:tc>
                  <a:txBody>
                    <a:bodyPr/>
                    <a:lstStyle/>
                    <a:p>
                      <a:pPr algn="l" rtl="0" fontAlgn="ctr">
                        <a:buNone/>
                      </a:pPr>
                      <a:r>
                        <a:rPr lang="en-US" sz="1800" b="0" i="0" u="none" strike="noStrike" dirty="0">
                          <a:solidFill>
                            <a:srgbClr val="1F1F1F"/>
                          </a:solidFill>
                          <a:effectLst/>
                          <a:latin typeface="Times New Roman" panose="02020603050405020304" pitchFamily="18" charset="0"/>
                          <a:cs typeface="Times New Roman" panose="02020603050405020304" pitchFamily="18" charset="0"/>
                        </a:rPr>
                        <a:t>Hybrid ML models</a:t>
                      </a:r>
                    </a:p>
                  </a:txBody>
                  <a:tcPr marL="61563" marR="5130" marT="5130" marB="0"/>
                </a:tc>
                <a:tc>
                  <a:txBody>
                    <a:bodyPr/>
                    <a:lstStyle/>
                    <a:p>
                      <a:pPr algn="l" rtl="0" fontAlgn="ctr">
                        <a:buNone/>
                      </a:pPr>
                      <a:r>
                        <a:rPr lang="en-US" sz="1800" b="0" i="0" u="none" strike="noStrike" dirty="0">
                          <a:solidFill>
                            <a:srgbClr val="1F1F1F"/>
                          </a:solidFill>
                          <a:effectLst/>
                          <a:latin typeface="Times New Roman" panose="02020603050405020304" pitchFamily="18" charset="0"/>
                          <a:cs typeface="Times New Roman" panose="02020603050405020304" pitchFamily="18" charset="0"/>
                        </a:rPr>
                        <a:t>Hybrid models enhance </a:t>
                      </a:r>
                      <a:r>
                        <a:rPr lang="en-US" sz="1800" b="0" i="0" u="none" strike="noStrike" dirty="0" err="1">
                          <a:solidFill>
                            <a:srgbClr val="1F1F1F"/>
                          </a:solidFill>
                          <a:effectLst/>
                          <a:latin typeface="Times New Roman" panose="02020603050405020304" pitchFamily="18" charset="0"/>
                          <a:cs typeface="Times New Roman" panose="02020603050405020304" pitchFamily="18" charset="0"/>
                        </a:rPr>
                        <a:t>PdM</a:t>
                      </a:r>
                      <a:endParaRPr lang="en-US" sz="1800" b="0"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tc>
                <a:extLst>
                  <a:ext uri="{0D108BD9-81ED-4DB2-BD59-A6C34878D82A}">
                    <a16:rowId xmlns:a16="http://schemas.microsoft.com/office/drawing/2014/main" val="3140714427"/>
                  </a:ext>
                </a:extLst>
              </a:tr>
              <a:tr h="2053387">
                <a:tc>
                  <a:txBody>
                    <a:bodyPr/>
                    <a:lstStyle/>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16.</a:t>
                      </a:r>
                      <a:endParaRPr lang="en-IN" dirty="0">
                        <a:latin typeface="Times New Roman" panose="02020603050405020304" pitchFamily="18" charset="0"/>
                        <a:cs typeface="Times New Roman" panose="02020603050405020304" pitchFamily="18" charset="0"/>
                      </a:endParaRPr>
                    </a:p>
                  </a:txBody>
                  <a:tcPr/>
                </a:tc>
                <a:tc>
                  <a:txBody>
                    <a:bodyPr/>
                    <a:lstStyle/>
                    <a:p>
                      <a:pPr>
                        <a:lnSpc>
                          <a:spcPct val="107000"/>
                        </a:lnSpc>
                        <a:spcAft>
                          <a:spcPts val="800"/>
                        </a:spcAft>
                        <a:buNone/>
                      </a:pPr>
                      <a:r>
                        <a:rPr lang="en-US" sz="2000" kern="100" dirty="0" err="1">
                          <a:effectLst/>
                          <a:latin typeface="Times New Roman" panose="02020603050405020304" pitchFamily="18" charset="0"/>
                          <a:ea typeface="Calibri" panose="020F0502020204030204" pitchFamily="34" charset="0"/>
                          <a:cs typeface="Times New Roman" panose="02020603050405020304" pitchFamily="18" charset="0"/>
                        </a:rPr>
                        <a:t>PdM</a:t>
                      </a: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 Using ANN</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Neural Computing &amp; Applications</a:t>
                      </a:r>
                    </a:p>
                  </a:txBody>
                  <a:tcPr marL="9525" marR="9525" marT="9525" marB="9525" anchor="ctr"/>
                </a:tc>
                <a:tc>
                  <a:txBody>
                    <a:bodyPr/>
                    <a:lstStyle/>
                    <a:p>
                      <a:pPr algn="l" rtl="0" fontAlgn="ctr">
                        <a:buNone/>
                      </a:pPr>
                      <a:endParaRPr lang="en-IN" sz="2000" b="0" i="0" u="none" strike="noStrike" dirty="0">
                        <a:solidFill>
                          <a:srgbClr val="1F1F1F"/>
                        </a:solidFill>
                        <a:effectLst/>
                        <a:latin typeface="Times New Roman" panose="02020603050405020304" pitchFamily="18" charset="0"/>
                        <a:cs typeface="Times New Roman" panose="02020603050405020304" pitchFamily="18" charset="0"/>
                      </a:endParaRPr>
                    </a:p>
                    <a:p>
                      <a:pPr algn="l" rtl="0" fontAlgn="ctr">
                        <a:buNone/>
                      </a:pPr>
                      <a:endParaRPr lang="en-IN" sz="2000" b="0" i="0" u="none" strike="noStrike" dirty="0">
                        <a:solidFill>
                          <a:srgbClr val="1F1F1F"/>
                        </a:solidFill>
                        <a:effectLst/>
                        <a:latin typeface="Times New Roman" panose="02020603050405020304" pitchFamily="18" charset="0"/>
                        <a:cs typeface="Times New Roman" panose="02020603050405020304" pitchFamily="18" charset="0"/>
                      </a:endParaRPr>
                    </a:p>
                    <a:p>
                      <a:pPr algn="l" rtl="0" fontAlgn="ctr">
                        <a:buNone/>
                      </a:pPr>
                      <a:endParaRPr lang="en-IN" sz="2000" b="0" i="0" u="none" strike="noStrike" dirty="0">
                        <a:solidFill>
                          <a:srgbClr val="1F1F1F"/>
                        </a:solidFill>
                        <a:effectLst/>
                        <a:latin typeface="Times New Roman" panose="02020603050405020304" pitchFamily="18" charset="0"/>
                        <a:cs typeface="Times New Roman" panose="02020603050405020304" pitchFamily="18" charset="0"/>
                      </a:endParaRPr>
                    </a:p>
                    <a:p>
                      <a:pPr algn="l" rtl="0" fontAlgn="ctr">
                        <a:buNone/>
                      </a:pPr>
                      <a:r>
                        <a:rPr lang="en-IN" sz="2000" b="0" i="0" u="none" strike="noStrike" dirty="0">
                          <a:solidFill>
                            <a:srgbClr val="1F1F1F"/>
                          </a:solidFill>
                          <a:effectLst/>
                          <a:latin typeface="Times New Roman" panose="02020603050405020304" pitchFamily="18" charset="0"/>
                          <a:cs typeface="Times New Roman" panose="02020603050405020304" pitchFamily="18" charset="0"/>
                        </a:rPr>
                        <a:t>10.1007/s00521-018-3409-4</a:t>
                      </a:r>
                    </a:p>
                  </a:txBody>
                  <a:tcPr marL="61563" marR="5130" marT="5130" marB="0"/>
                </a:tc>
                <a:tc>
                  <a:txBody>
                    <a:bodyPr/>
                    <a:lstStyle/>
                    <a:p>
                      <a:pPr>
                        <a:lnSpc>
                          <a:spcPct val="107000"/>
                        </a:lnSpc>
                        <a:spcAft>
                          <a:spcPts val="800"/>
                        </a:spcAft>
                        <a:buNone/>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Poor fault detection</a:t>
                      </a:r>
                    </a:p>
                  </a:txBody>
                  <a:tcPr marL="9525" marR="9525" marT="9525" marB="9525" anchor="ctr"/>
                </a:tc>
                <a:tc>
                  <a:txBody>
                    <a:bodyPr/>
                    <a:lstStyle/>
                    <a:p>
                      <a:pPr>
                        <a:lnSpc>
                          <a:spcPct val="107000"/>
                        </a:lnSpc>
                        <a:spcAft>
                          <a:spcPts val="800"/>
                        </a:spcAft>
                        <a:buNone/>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ANN-based </a:t>
                      </a:r>
                      <a:r>
                        <a:rPr lang="en-US" sz="1800" kern="100" dirty="0" err="1">
                          <a:effectLst/>
                          <a:latin typeface="Times New Roman" panose="02020603050405020304" pitchFamily="18" charset="0"/>
                          <a:ea typeface="Calibri" panose="020F0502020204030204" pitchFamily="34" charset="0"/>
                          <a:cs typeface="Times New Roman" panose="02020603050405020304" pitchFamily="18" charset="0"/>
                        </a:rPr>
                        <a:t>PdM</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gn="l" rtl="0" fontAlgn="ctr">
                        <a:buNone/>
                      </a:pPr>
                      <a:endParaRPr lang="en-IN" sz="1800" kern="1200" dirty="0">
                        <a:solidFill>
                          <a:schemeClr val="dk1"/>
                        </a:solidFill>
                        <a:effectLst/>
                        <a:latin typeface="Times New Roman" panose="02020603050405020304" pitchFamily="18" charset="0"/>
                        <a:ea typeface="+mn-ea"/>
                        <a:cs typeface="Times New Roman" panose="02020603050405020304" pitchFamily="18" charset="0"/>
                      </a:endParaRPr>
                    </a:p>
                    <a:p>
                      <a:pPr algn="l" rtl="0" fontAlgn="ctr">
                        <a:buNone/>
                      </a:pPr>
                      <a:endParaRPr lang="en-IN" sz="1800" kern="1200" dirty="0">
                        <a:solidFill>
                          <a:schemeClr val="dk1"/>
                        </a:solidFill>
                        <a:effectLst/>
                        <a:latin typeface="Times New Roman" panose="02020603050405020304" pitchFamily="18" charset="0"/>
                        <a:ea typeface="+mn-ea"/>
                        <a:cs typeface="Times New Roman" panose="02020603050405020304" pitchFamily="18" charset="0"/>
                      </a:endParaRPr>
                    </a:p>
                    <a:p>
                      <a:pPr algn="l" rtl="0" fontAlgn="ctr">
                        <a:buNone/>
                      </a:pPr>
                      <a:endParaRPr lang="en-IN" sz="1800" kern="1200" dirty="0">
                        <a:solidFill>
                          <a:schemeClr val="dk1"/>
                        </a:solidFill>
                        <a:effectLst/>
                        <a:latin typeface="Times New Roman" panose="02020603050405020304" pitchFamily="18" charset="0"/>
                        <a:ea typeface="+mn-ea"/>
                        <a:cs typeface="Times New Roman" panose="02020603050405020304" pitchFamily="18" charset="0"/>
                      </a:endParaRPr>
                    </a:p>
                    <a:p>
                      <a:pPr algn="l" rtl="0" fontAlgn="ctr">
                        <a:buNone/>
                      </a:pPr>
                      <a:r>
                        <a:rPr lang="en-IN" sz="1800" kern="1200" dirty="0">
                          <a:solidFill>
                            <a:schemeClr val="dk1"/>
                          </a:solidFill>
                          <a:effectLst/>
                          <a:latin typeface="Times New Roman" panose="02020603050405020304" pitchFamily="18" charset="0"/>
                          <a:ea typeface="+mn-ea"/>
                          <a:cs typeface="Times New Roman" panose="02020603050405020304" pitchFamily="18" charset="0"/>
                        </a:rPr>
                        <a:t>Artificial Neural Networks</a:t>
                      </a:r>
                      <a:endParaRPr lang="en-US" sz="1600" b="0"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tc>
                <a:tc>
                  <a:txBody>
                    <a:bodyPr/>
                    <a:lstStyle/>
                    <a:p>
                      <a:pPr algn="l" rtl="0" fontAlgn="ctr">
                        <a:buNone/>
                      </a:pPr>
                      <a:endParaRPr lang="en-US" sz="1800" b="0" i="0" u="none" strike="noStrike" dirty="0">
                        <a:solidFill>
                          <a:srgbClr val="1F1F1F"/>
                        </a:solidFill>
                        <a:effectLst/>
                        <a:latin typeface="Times New Roman" panose="02020603050405020304" pitchFamily="18" charset="0"/>
                        <a:cs typeface="Times New Roman" panose="02020603050405020304" pitchFamily="18" charset="0"/>
                      </a:endParaRPr>
                    </a:p>
                    <a:p>
                      <a:pPr algn="l" rtl="0" fontAlgn="ctr">
                        <a:buNone/>
                      </a:pPr>
                      <a:endParaRPr lang="en-US" sz="1800" b="0" i="0" u="none" strike="noStrike" dirty="0">
                        <a:solidFill>
                          <a:srgbClr val="1F1F1F"/>
                        </a:solidFill>
                        <a:effectLst/>
                        <a:latin typeface="Times New Roman" panose="02020603050405020304" pitchFamily="18" charset="0"/>
                        <a:cs typeface="Times New Roman" panose="02020603050405020304" pitchFamily="18" charset="0"/>
                      </a:endParaRPr>
                    </a:p>
                    <a:p>
                      <a:pPr algn="l" rtl="0" fontAlgn="ctr">
                        <a:buNone/>
                      </a:pPr>
                      <a:endParaRPr lang="en-US" sz="1800" b="0" i="0" u="none" strike="noStrike" dirty="0">
                        <a:solidFill>
                          <a:srgbClr val="1F1F1F"/>
                        </a:solidFill>
                        <a:effectLst/>
                        <a:latin typeface="Times New Roman" panose="02020603050405020304" pitchFamily="18" charset="0"/>
                        <a:cs typeface="Times New Roman" panose="02020603050405020304" pitchFamily="18" charset="0"/>
                      </a:endParaRPr>
                    </a:p>
                    <a:p>
                      <a:pPr algn="l" rtl="0" fontAlgn="ctr">
                        <a:buNone/>
                      </a:pPr>
                      <a:r>
                        <a:rPr lang="en-US" sz="1800" b="0" i="0" u="none" strike="noStrike" dirty="0">
                          <a:solidFill>
                            <a:srgbClr val="1F1F1F"/>
                          </a:solidFill>
                          <a:effectLst/>
                          <a:latin typeface="Times New Roman" panose="02020603050405020304" pitchFamily="18" charset="0"/>
                          <a:cs typeface="Times New Roman" panose="02020603050405020304" pitchFamily="18" charset="0"/>
                        </a:rPr>
                        <a:t>ANN improves detection</a:t>
                      </a:r>
                    </a:p>
                  </a:txBody>
                  <a:tcPr marL="61563" marR="5130" marT="5130" marB="0"/>
                </a:tc>
                <a:extLst>
                  <a:ext uri="{0D108BD9-81ED-4DB2-BD59-A6C34878D82A}">
                    <a16:rowId xmlns:a16="http://schemas.microsoft.com/office/drawing/2014/main" val="3974180242"/>
                  </a:ext>
                </a:extLst>
              </a:tr>
            </a:tbl>
          </a:graphicData>
        </a:graphic>
      </p:graphicFrame>
    </p:spTree>
    <p:extLst>
      <p:ext uri="{BB962C8B-B14F-4D97-AF65-F5344CB8AC3E}">
        <p14:creationId xmlns:p14="http://schemas.microsoft.com/office/powerpoint/2010/main" val="3862708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6E3D49-64AC-D8CC-08C2-BBDF8F8BCF22}"/>
              </a:ext>
            </a:extLst>
          </p:cNvPr>
          <p:cNvSpPr>
            <a:spLocks noGrp="1"/>
          </p:cNvSpPr>
          <p:nvPr>
            <p:ph type="title"/>
          </p:nvPr>
        </p:nvSpPr>
        <p:spPr/>
        <p:txBody>
          <a:bodyPr/>
          <a:lstStyle/>
          <a:p>
            <a:endParaRPr lang="en-IN"/>
          </a:p>
        </p:txBody>
      </p:sp>
      <p:graphicFrame>
        <p:nvGraphicFramePr>
          <p:cNvPr id="3" name="Table 2">
            <a:extLst>
              <a:ext uri="{FF2B5EF4-FFF2-40B4-BE49-F238E27FC236}">
                <a16:creationId xmlns:a16="http://schemas.microsoft.com/office/drawing/2014/main" id="{BFFAC824-E032-2F61-FA13-D8356A777568}"/>
              </a:ext>
            </a:extLst>
          </p:cNvPr>
          <p:cNvGraphicFramePr>
            <a:graphicFrameLocks noGrp="1"/>
          </p:cNvGraphicFramePr>
          <p:nvPr>
            <p:extLst>
              <p:ext uri="{D42A27DB-BD31-4B8C-83A1-F6EECF244321}">
                <p14:modId xmlns:p14="http://schemas.microsoft.com/office/powerpoint/2010/main" val="3909247211"/>
              </p:ext>
            </p:extLst>
          </p:nvPr>
        </p:nvGraphicFramePr>
        <p:xfrm>
          <a:off x="318408" y="116947"/>
          <a:ext cx="8343898" cy="4648350"/>
        </p:xfrm>
        <a:graphic>
          <a:graphicData uri="http://schemas.openxmlformats.org/drawingml/2006/table">
            <a:tbl>
              <a:tblPr firstRow="1" bandRow="1">
                <a:tableStyleId>{5C22544A-7EE6-4342-B048-85BDC9FD1C3A}</a:tableStyleId>
              </a:tblPr>
              <a:tblGrid>
                <a:gridCol w="478680">
                  <a:extLst>
                    <a:ext uri="{9D8B030D-6E8A-4147-A177-3AD203B41FA5}">
                      <a16:colId xmlns:a16="http://schemas.microsoft.com/office/drawing/2014/main" val="2687806252"/>
                    </a:ext>
                  </a:extLst>
                </a:gridCol>
                <a:gridCol w="1138930">
                  <a:extLst>
                    <a:ext uri="{9D8B030D-6E8A-4147-A177-3AD203B41FA5}">
                      <a16:colId xmlns:a16="http://schemas.microsoft.com/office/drawing/2014/main" val="2334807552"/>
                    </a:ext>
                  </a:extLst>
                </a:gridCol>
                <a:gridCol w="1005684">
                  <a:extLst>
                    <a:ext uri="{9D8B030D-6E8A-4147-A177-3AD203B41FA5}">
                      <a16:colId xmlns:a16="http://schemas.microsoft.com/office/drawing/2014/main" val="649229216"/>
                    </a:ext>
                  </a:extLst>
                </a:gridCol>
                <a:gridCol w="1033022">
                  <a:extLst>
                    <a:ext uri="{9D8B030D-6E8A-4147-A177-3AD203B41FA5}">
                      <a16:colId xmlns:a16="http://schemas.microsoft.com/office/drawing/2014/main" val="2982796803"/>
                    </a:ext>
                  </a:extLst>
                </a:gridCol>
                <a:gridCol w="1233633">
                  <a:extLst>
                    <a:ext uri="{9D8B030D-6E8A-4147-A177-3AD203B41FA5}">
                      <a16:colId xmlns:a16="http://schemas.microsoft.com/office/drawing/2014/main" val="1782909500"/>
                    </a:ext>
                  </a:extLst>
                </a:gridCol>
                <a:gridCol w="1180945">
                  <a:extLst>
                    <a:ext uri="{9D8B030D-6E8A-4147-A177-3AD203B41FA5}">
                      <a16:colId xmlns:a16="http://schemas.microsoft.com/office/drawing/2014/main" val="2318027708"/>
                    </a:ext>
                  </a:extLst>
                </a:gridCol>
                <a:gridCol w="1190784">
                  <a:extLst>
                    <a:ext uri="{9D8B030D-6E8A-4147-A177-3AD203B41FA5}">
                      <a16:colId xmlns:a16="http://schemas.microsoft.com/office/drawing/2014/main" val="2590744493"/>
                    </a:ext>
                  </a:extLst>
                </a:gridCol>
                <a:gridCol w="1082220">
                  <a:extLst>
                    <a:ext uri="{9D8B030D-6E8A-4147-A177-3AD203B41FA5}">
                      <a16:colId xmlns:a16="http://schemas.microsoft.com/office/drawing/2014/main" val="492835624"/>
                    </a:ext>
                  </a:extLst>
                </a:gridCol>
              </a:tblGrid>
              <a:tr h="878279">
                <a:tc>
                  <a:txBody>
                    <a:bodyPr/>
                    <a:lstStyle/>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dirty="0" err="1">
                          <a:latin typeface="Times New Roman" panose="02020603050405020304" pitchFamily="18" charset="0"/>
                          <a:cs typeface="Times New Roman" panose="02020603050405020304" pitchFamily="18" charset="0"/>
                        </a:rPr>
                        <a:t>S.No</a:t>
                      </a:r>
                      <a:endParaRPr lang="en-IN" dirty="0">
                        <a:latin typeface="Times New Roman" panose="02020603050405020304" pitchFamily="18" charset="0"/>
                        <a:cs typeface="Times New Roman" panose="02020603050405020304" pitchFamily="18" charset="0"/>
                      </a:endParaRPr>
                    </a:p>
                  </a:txBody>
                  <a:tcPr/>
                </a:tc>
                <a:tc>
                  <a:txBody>
                    <a:bodyPr/>
                    <a:lstStyle/>
                    <a:p>
                      <a:pPr algn="l" rtl="0" fontAlgn="ctr">
                        <a:buNone/>
                      </a:pPr>
                      <a:r>
                        <a:rPr lang="en-IN" sz="1600" u="none" strike="noStrike" dirty="0">
                          <a:effectLst/>
                          <a:latin typeface="Times New Roman" panose="02020603050405020304" pitchFamily="18" charset="0"/>
                          <a:cs typeface="Times New Roman" panose="02020603050405020304" pitchFamily="18" charset="0"/>
                        </a:rPr>
                        <a:t>Title of Paper</a:t>
                      </a:r>
                      <a:endParaRPr lang="en-IN" sz="1600" b="1"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nchor="ctr"/>
                </a:tc>
                <a:tc>
                  <a:txBody>
                    <a:bodyPr/>
                    <a:lstStyle/>
                    <a:p>
                      <a:pPr algn="l" rtl="0" fontAlgn="ctr">
                        <a:buNone/>
                      </a:pPr>
                      <a:r>
                        <a:rPr lang="en-IN" sz="1600" u="none" strike="noStrike" dirty="0">
                          <a:effectLst/>
                          <a:latin typeface="Times New Roman" panose="02020603050405020304" pitchFamily="18" charset="0"/>
                          <a:cs typeface="Times New Roman" panose="02020603050405020304" pitchFamily="18" charset="0"/>
                        </a:rPr>
                        <a:t>Title of Journal / Conference</a:t>
                      </a:r>
                      <a:endParaRPr lang="en-IN" sz="1600" b="1"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nchor="ctr"/>
                </a:tc>
                <a:tc>
                  <a:txBody>
                    <a:bodyPr/>
                    <a:lstStyle/>
                    <a:p>
                      <a:pPr algn="l" rtl="0" fontAlgn="ctr">
                        <a:buNone/>
                      </a:pPr>
                      <a:r>
                        <a:rPr lang="en-IN" sz="1600" u="none" strike="noStrike" dirty="0">
                          <a:effectLst/>
                          <a:latin typeface="Times New Roman" panose="02020603050405020304" pitchFamily="18" charset="0"/>
                          <a:cs typeface="Times New Roman" panose="02020603050405020304" pitchFamily="18" charset="0"/>
                        </a:rPr>
                        <a:t>Reference with DOI</a:t>
                      </a:r>
                      <a:endParaRPr lang="en-IN" sz="1600" b="1"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nchor="ctr"/>
                </a:tc>
                <a:tc>
                  <a:txBody>
                    <a:bodyPr/>
                    <a:lstStyle/>
                    <a:p>
                      <a:pPr algn="l" rtl="0" fontAlgn="ctr">
                        <a:buNone/>
                      </a:pPr>
                      <a:r>
                        <a:rPr lang="en-IN" sz="1600" u="none" strike="noStrike" dirty="0">
                          <a:effectLst/>
                          <a:latin typeface="Times New Roman" panose="02020603050405020304" pitchFamily="18" charset="0"/>
                          <a:cs typeface="Times New Roman" panose="02020603050405020304" pitchFamily="18" charset="0"/>
                        </a:rPr>
                        <a:t>Gap Addressed</a:t>
                      </a:r>
                      <a:endParaRPr lang="en-IN" sz="1600" b="1"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nchor="ctr"/>
                </a:tc>
                <a:tc>
                  <a:txBody>
                    <a:bodyPr/>
                    <a:lstStyle/>
                    <a:p>
                      <a:pPr algn="l" rtl="0" fontAlgn="ctr">
                        <a:buNone/>
                      </a:pPr>
                      <a:r>
                        <a:rPr lang="en-IN" sz="1600" u="none" strike="noStrike" dirty="0">
                          <a:effectLst/>
                          <a:latin typeface="Times New Roman" panose="02020603050405020304" pitchFamily="18" charset="0"/>
                          <a:cs typeface="Times New Roman" panose="02020603050405020304" pitchFamily="18" charset="0"/>
                        </a:rPr>
                        <a:t>Objective of Research</a:t>
                      </a:r>
                      <a:endParaRPr lang="en-IN" sz="1600" b="1"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nchor="ctr"/>
                </a:tc>
                <a:tc>
                  <a:txBody>
                    <a:bodyPr/>
                    <a:lstStyle/>
                    <a:p>
                      <a:pPr algn="l" rtl="0" fontAlgn="ctr">
                        <a:buNone/>
                      </a:pPr>
                      <a:r>
                        <a:rPr lang="en-US" sz="1600" u="none" strike="noStrike" dirty="0">
                          <a:effectLst/>
                          <a:latin typeface="Times New Roman" panose="02020603050405020304" pitchFamily="18" charset="0"/>
                          <a:cs typeface="Times New Roman" panose="02020603050405020304" pitchFamily="18" charset="0"/>
                        </a:rPr>
                        <a:t>Focus of the Paper (Methodology Used)</a:t>
                      </a:r>
                      <a:endParaRPr lang="en-US" sz="1600" b="1"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nchor="ctr"/>
                </a:tc>
                <a:tc>
                  <a:txBody>
                    <a:bodyPr/>
                    <a:lstStyle/>
                    <a:p>
                      <a:pPr algn="l" rtl="0" fontAlgn="ctr">
                        <a:buNone/>
                      </a:pPr>
                      <a:r>
                        <a:rPr lang="en-IN" sz="1600" u="none" strike="noStrike" dirty="0">
                          <a:effectLst/>
                          <a:latin typeface="Times New Roman" panose="02020603050405020304" pitchFamily="18" charset="0"/>
                          <a:cs typeface="Times New Roman" panose="02020603050405020304" pitchFamily="18" charset="0"/>
                        </a:rPr>
                        <a:t>Summary in One Line</a:t>
                      </a:r>
                      <a:endParaRPr lang="en-IN" sz="1600" b="1"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nchor="ctr"/>
                </a:tc>
                <a:extLst>
                  <a:ext uri="{0D108BD9-81ED-4DB2-BD59-A6C34878D82A}">
                    <a16:rowId xmlns:a16="http://schemas.microsoft.com/office/drawing/2014/main" val="610810073"/>
                  </a:ext>
                </a:extLst>
              </a:tr>
              <a:tr h="1478937">
                <a:tc>
                  <a:txBody>
                    <a:bodyPr/>
                    <a:lstStyle/>
                    <a:p>
                      <a:r>
                        <a:rPr lang="en-US" dirty="0">
                          <a:latin typeface="Times New Roman" panose="02020603050405020304" pitchFamily="18" charset="0"/>
                          <a:cs typeface="Times New Roman" panose="02020603050405020304" pitchFamily="18" charset="0"/>
                        </a:rPr>
                        <a:t>17.</a:t>
                      </a:r>
                      <a:endParaRPr lang="en-IN" dirty="0">
                        <a:latin typeface="Times New Roman" panose="02020603050405020304" pitchFamily="18" charset="0"/>
                        <a:cs typeface="Times New Roman" panose="02020603050405020304" pitchFamily="18" charset="0"/>
                      </a:endParaRPr>
                    </a:p>
                  </a:txBody>
                  <a:tcPr/>
                </a:tc>
                <a:tc>
                  <a:txBody>
                    <a:bodyPr/>
                    <a:lstStyle/>
                    <a:p>
                      <a:pPr>
                        <a:lnSpc>
                          <a:spcPct val="107000"/>
                        </a:lnSpc>
                        <a:spcAft>
                          <a:spcPts val="800"/>
                        </a:spcAft>
                        <a:buNone/>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IoT-Enabled </a:t>
                      </a:r>
                      <a:r>
                        <a:rPr lang="en-IN" sz="1800" kern="100" dirty="0" err="1">
                          <a:effectLst/>
                          <a:latin typeface="Times New Roman" panose="02020603050405020304" pitchFamily="18" charset="0"/>
                          <a:ea typeface="Calibri" panose="020F0502020204030204" pitchFamily="34" charset="0"/>
                          <a:cs typeface="Times New Roman" panose="02020603050405020304" pitchFamily="18" charset="0"/>
                        </a:rPr>
                        <a:t>PdM</a:t>
                      </a: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 Architecture</a:t>
                      </a:r>
                    </a:p>
                  </a:txBody>
                  <a:tcPr marL="9525" marR="9525" marT="9525" marB="9525" anchor="ctr"/>
                </a:tc>
                <a:tc>
                  <a:txBody>
                    <a:bodyPr/>
                    <a:lstStyle/>
                    <a:p>
                      <a:pPr algn="l" rtl="0" fontAlgn="ctr">
                        <a:buNone/>
                      </a:pPr>
                      <a:r>
                        <a:rPr lang="en-US" sz="1800" b="0" i="0" u="none" strike="noStrike" dirty="0">
                          <a:solidFill>
                            <a:srgbClr val="1F1F1F"/>
                          </a:solidFill>
                          <a:effectLst/>
                          <a:latin typeface="Times New Roman" panose="02020603050405020304" pitchFamily="18" charset="0"/>
                          <a:cs typeface="Times New Roman" panose="02020603050405020304" pitchFamily="18" charset="0"/>
                        </a:rPr>
                        <a:t>Journal of Industrial Information Integration</a:t>
                      </a:r>
                      <a:endParaRPr lang="en-IN" sz="1800" b="0"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tc>
                <a:tc>
                  <a:txBody>
                    <a:bodyPr/>
                    <a:lstStyle/>
                    <a:p>
                      <a:pPr algn="l" rtl="0" fontAlgn="ctr">
                        <a:buNone/>
                      </a:pPr>
                      <a:r>
                        <a:rPr lang="en-IN" sz="1800" dirty="0">
                          <a:latin typeface="Times New Roman" panose="02020603050405020304" pitchFamily="18" charset="0"/>
                          <a:cs typeface="Times New Roman" panose="02020603050405020304" pitchFamily="18" charset="0"/>
                        </a:rPr>
                        <a:t>10.1016/j.jii.2018.01.002</a:t>
                      </a:r>
                      <a:endParaRPr lang="en-IN" sz="1800" b="0"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tc>
                <a:tc>
                  <a:txBody>
                    <a:bodyPr/>
                    <a:lstStyle/>
                    <a:p>
                      <a:pPr algn="l" rtl="0" fontAlgn="ctr">
                        <a:buNone/>
                      </a:pPr>
                      <a:r>
                        <a:rPr lang="en-US" sz="1800" b="0" i="0" u="none" strike="noStrike" dirty="0">
                          <a:solidFill>
                            <a:srgbClr val="1F1F1F"/>
                          </a:solidFill>
                          <a:effectLst/>
                          <a:latin typeface="Times New Roman" panose="02020603050405020304" pitchFamily="18" charset="0"/>
                          <a:cs typeface="Times New Roman" panose="02020603050405020304" pitchFamily="18" charset="0"/>
                        </a:rPr>
                        <a:t>No unified architecture</a:t>
                      </a:r>
                    </a:p>
                  </a:txBody>
                  <a:tcPr marL="61563" marR="5130" marT="5130" marB="0"/>
                </a:tc>
                <a:tc>
                  <a:txBody>
                    <a:bodyPr/>
                    <a:lstStyle/>
                    <a:p>
                      <a:pPr algn="l" rtl="0" fontAlgn="ctr">
                        <a:buNone/>
                      </a:pPr>
                      <a:r>
                        <a:rPr lang="en-US" sz="1800" kern="1200" dirty="0">
                          <a:solidFill>
                            <a:schemeClr val="dk1"/>
                          </a:solidFill>
                          <a:effectLst/>
                          <a:latin typeface="Times New Roman" panose="02020603050405020304" pitchFamily="18" charset="0"/>
                          <a:ea typeface="+mn-ea"/>
                          <a:cs typeface="Times New Roman" panose="02020603050405020304" pitchFamily="18" charset="0"/>
                        </a:rPr>
                        <a:t>Design </a:t>
                      </a:r>
                      <a:r>
                        <a:rPr lang="en-US" sz="1800" kern="1200" dirty="0" err="1">
                          <a:solidFill>
                            <a:schemeClr val="dk1"/>
                          </a:solidFill>
                          <a:effectLst/>
                          <a:latin typeface="Times New Roman" panose="02020603050405020304" pitchFamily="18" charset="0"/>
                          <a:ea typeface="+mn-ea"/>
                          <a:cs typeface="Times New Roman" panose="02020603050405020304" pitchFamily="18" charset="0"/>
                        </a:rPr>
                        <a:t>PdM</a:t>
                      </a:r>
                      <a:r>
                        <a:rPr lang="en-US" sz="1800" kern="1200" dirty="0">
                          <a:solidFill>
                            <a:schemeClr val="dk1"/>
                          </a:solidFill>
                          <a:effectLst/>
                          <a:latin typeface="Times New Roman" panose="02020603050405020304" pitchFamily="18" charset="0"/>
                          <a:ea typeface="+mn-ea"/>
                          <a:cs typeface="Times New Roman" panose="02020603050405020304" pitchFamily="18" charset="0"/>
                        </a:rPr>
                        <a:t> architecture</a:t>
                      </a:r>
                      <a:endParaRPr lang="en-US" sz="1600" b="0"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tc>
                <a:tc>
                  <a:txBody>
                    <a:bodyPr/>
                    <a:lstStyle/>
                    <a:p>
                      <a:pPr algn="l" rtl="0" fontAlgn="ctr">
                        <a:buNone/>
                      </a:pPr>
                      <a:r>
                        <a:rPr lang="en-US" sz="1800" b="0" i="0" u="none" strike="noStrike" dirty="0">
                          <a:solidFill>
                            <a:srgbClr val="1F1F1F"/>
                          </a:solidFill>
                          <a:effectLst/>
                          <a:latin typeface="Times New Roman" panose="02020603050405020304" pitchFamily="18" charset="0"/>
                          <a:cs typeface="Times New Roman" panose="02020603050405020304" pitchFamily="18" charset="0"/>
                        </a:rPr>
                        <a:t>IoT architecture design</a:t>
                      </a:r>
                    </a:p>
                  </a:txBody>
                  <a:tcPr marL="61563" marR="5130" marT="5130" marB="0"/>
                </a:tc>
                <a:tc>
                  <a:txBody>
                    <a:bodyPr/>
                    <a:lstStyle/>
                    <a:p>
                      <a:pPr algn="l" rtl="0" fontAlgn="ctr">
                        <a:buNone/>
                      </a:pPr>
                      <a:r>
                        <a:rPr lang="en-US" sz="1800" b="0" i="0" u="none" strike="noStrike" dirty="0">
                          <a:solidFill>
                            <a:srgbClr val="1F1F1F"/>
                          </a:solidFill>
                          <a:effectLst/>
                          <a:latin typeface="Times New Roman" panose="02020603050405020304" pitchFamily="18" charset="0"/>
                          <a:cs typeface="Times New Roman" panose="02020603050405020304" pitchFamily="18" charset="0"/>
                        </a:rPr>
                        <a:t>Unified </a:t>
                      </a:r>
                      <a:r>
                        <a:rPr lang="en-US" sz="1800" b="0" i="0" u="none" strike="noStrike" dirty="0" err="1">
                          <a:solidFill>
                            <a:srgbClr val="1F1F1F"/>
                          </a:solidFill>
                          <a:effectLst/>
                          <a:latin typeface="Times New Roman" panose="02020603050405020304" pitchFamily="18" charset="0"/>
                          <a:cs typeface="Times New Roman" panose="02020603050405020304" pitchFamily="18" charset="0"/>
                        </a:rPr>
                        <a:t>PdM</a:t>
                      </a:r>
                      <a:r>
                        <a:rPr lang="en-US" sz="1800" b="0" i="0" u="none" strike="noStrike" dirty="0">
                          <a:solidFill>
                            <a:srgbClr val="1F1F1F"/>
                          </a:solidFill>
                          <a:effectLst/>
                          <a:latin typeface="Times New Roman" panose="02020603050405020304" pitchFamily="18" charset="0"/>
                          <a:cs typeface="Times New Roman" panose="02020603050405020304" pitchFamily="18" charset="0"/>
                        </a:rPr>
                        <a:t> framework proposed</a:t>
                      </a:r>
                    </a:p>
                  </a:txBody>
                  <a:tcPr marL="61563" marR="5130" marT="5130" marB="0"/>
                </a:tc>
                <a:extLst>
                  <a:ext uri="{0D108BD9-81ED-4DB2-BD59-A6C34878D82A}">
                    <a16:rowId xmlns:a16="http://schemas.microsoft.com/office/drawing/2014/main" val="978413224"/>
                  </a:ext>
                </a:extLst>
              </a:tr>
              <a:tr h="1806569">
                <a:tc>
                  <a:txBody>
                    <a:bodyPr/>
                    <a:lstStyle/>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18.</a:t>
                      </a:r>
                      <a:endParaRPr lang="en-IN" dirty="0">
                        <a:latin typeface="Times New Roman" panose="02020603050405020304" pitchFamily="18" charset="0"/>
                        <a:cs typeface="Times New Roman" panose="02020603050405020304" pitchFamily="18" charset="0"/>
                      </a:endParaRPr>
                    </a:p>
                  </a:txBody>
                  <a:tcPr/>
                </a:tc>
                <a:tc>
                  <a:txBody>
                    <a:bodyPr/>
                    <a:lstStyle/>
                    <a:p>
                      <a:pPr>
                        <a:lnSpc>
                          <a:spcPct val="107000"/>
                        </a:lnSpc>
                        <a:spcAft>
                          <a:spcPts val="800"/>
                        </a:spcAft>
                        <a:buNone/>
                      </a:pP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ML Techniques for </a:t>
                      </a:r>
                      <a:r>
                        <a:rPr lang="en-US" sz="2000" kern="100" dirty="0" err="1">
                          <a:effectLst/>
                          <a:latin typeface="Times New Roman" panose="02020603050405020304" pitchFamily="18" charset="0"/>
                          <a:ea typeface="Calibri" panose="020F0502020204030204" pitchFamily="34" charset="0"/>
                          <a:cs typeface="Times New Roman" panose="02020603050405020304" pitchFamily="18" charset="0"/>
                        </a:rPr>
                        <a:t>PdM</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Measurement</a:t>
                      </a:r>
                    </a:p>
                  </a:txBody>
                  <a:tcPr marL="9525" marR="9525" marT="9525" marB="9525" anchor="ctr"/>
                </a:tc>
                <a:tc>
                  <a:txBody>
                    <a:bodyPr/>
                    <a:lstStyle/>
                    <a:p>
                      <a:pPr algn="l" rtl="0" fontAlgn="ctr">
                        <a:buNone/>
                      </a:pPr>
                      <a:endParaRPr lang="en-IN" sz="2000" b="0" i="0" u="none" strike="noStrike" dirty="0">
                        <a:solidFill>
                          <a:srgbClr val="1F1F1F"/>
                        </a:solidFill>
                        <a:effectLst/>
                        <a:latin typeface="Times New Roman" panose="02020603050405020304" pitchFamily="18" charset="0"/>
                        <a:cs typeface="Times New Roman" panose="02020603050405020304" pitchFamily="18" charset="0"/>
                      </a:endParaRPr>
                    </a:p>
                    <a:p>
                      <a:pPr algn="l" rtl="0" fontAlgn="ctr">
                        <a:buNone/>
                      </a:pPr>
                      <a:endParaRPr lang="en-IN" sz="2000" b="0" i="0" u="none" strike="noStrike" dirty="0">
                        <a:solidFill>
                          <a:srgbClr val="1F1F1F"/>
                        </a:solidFill>
                        <a:effectLst/>
                        <a:latin typeface="Times New Roman" panose="02020603050405020304" pitchFamily="18" charset="0"/>
                        <a:cs typeface="Times New Roman" panose="02020603050405020304" pitchFamily="18" charset="0"/>
                      </a:endParaRPr>
                    </a:p>
                    <a:p>
                      <a:pPr algn="l" rtl="0" fontAlgn="ctr">
                        <a:buNone/>
                      </a:pPr>
                      <a:endParaRPr lang="en-IN" sz="2000" b="0" i="0" u="none" strike="noStrike" dirty="0">
                        <a:solidFill>
                          <a:srgbClr val="1F1F1F"/>
                        </a:solidFill>
                        <a:effectLst/>
                        <a:latin typeface="Times New Roman" panose="02020603050405020304" pitchFamily="18" charset="0"/>
                        <a:cs typeface="Times New Roman" panose="02020603050405020304" pitchFamily="18" charset="0"/>
                      </a:endParaRPr>
                    </a:p>
                    <a:p>
                      <a:pPr algn="l" rtl="0" fontAlgn="ctr">
                        <a:buNone/>
                      </a:pPr>
                      <a:r>
                        <a:rPr lang="en-IN" sz="1800" b="0" i="0" u="none" strike="noStrike" dirty="0">
                          <a:solidFill>
                            <a:srgbClr val="1F1F1F"/>
                          </a:solidFill>
                          <a:effectLst/>
                          <a:latin typeface="Times New Roman" panose="02020603050405020304" pitchFamily="18" charset="0"/>
                          <a:cs typeface="Times New Roman" panose="02020603050405020304" pitchFamily="18" charset="0"/>
                        </a:rPr>
                        <a:t>10.1016/j.measurement.2019.107299</a:t>
                      </a:r>
                    </a:p>
                  </a:txBody>
                  <a:tcPr marL="61563" marR="5130" marT="5130" marB="0"/>
                </a:tc>
                <a:tc>
                  <a:txBody>
                    <a:bodyPr/>
                    <a:lstStyle/>
                    <a:p>
                      <a:pPr>
                        <a:lnSpc>
                          <a:spcPct val="107000"/>
                        </a:lnSpc>
                        <a:spcAft>
                          <a:spcPts val="800"/>
                        </a:spcAft>
                        <a:buNone/>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Inefficient maintenance</a:t>
                      </a:r>
                    </a:p>
                  </a:txBody>
                  <a:tcPr marL="9525" marR="9525" marT="9525" marB="9525" anchor="ctr"/>
                </a:tc>
                <a:tc>
                  <a:txBody>
                    <a:bodyPr/>
                    <a:lstStyle/>
                    <a:p>
                      <a:pPr>
                        <a:lnSpc>
                          <a:spcPct val="107000"/>
                        </a:lnSpc>
                        <a:spcAft>
                          <a:spcPts val="800"/>
                        </a:spcAft>
                        <a:buNone/>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Evaluate ML techniques</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gn="l" rtl="0" fontAlgn="ctr">
                        <a:buNone/>
                      </a:pPr>
                      <a:endParaRPr lang="en-IN" sz="1800" kern="1200" dirty="0">
                        <a:solidFill>
                          <a:schemeClr val="dk1"/>
                        </a:solidFill>
                        <a:effectLst/>
                        <a:latin typeface="Times New Roman" panose="02020603050405020304" pitchFamily="18" charset="0"/>
                        <a:ea typeface="+mn-ea"/>
                        <a:cs typeface="Times New Roman" panose="02020603050405020304" pitchFamily="18" charset="0"/>
                      </a:endParaRPr>
                    </a:p>
                    <a:p>
                      <a:pPr algn="l" rtl="0" fontAlgn="ctr">
                        <a:buNone/>
                      </a:pPr>
                      <a:endParaRPr lang="en-IN" sz="1800" kern="1200" dirty="0">
                        <a:solidFill>
                          <a:schemeClr val="dk1"/>
                        </a:solidFill>
                        <a:effectLst/>
                        <a:latin typeface="Times New Roman" panose="02020603050405020304" pitchFamily="18" charset="0"/>
                        <a:ea typeface="+mn-ea"/>
                        <a:cs typeface="Times New Roman" panose="02020603050405020304" pitchFamily="18" charset="0"/>
                      </a:endParaRPr>
                    </a:p>
                    <a:p>
                      <a:pPr algn="l" rtl="0" fontAlgn="ctr">
                        <a:buNone/>
                      </a:pPr>
                      <a:endParaRPr lang="en-IN" sz="1800" kern="1200" dirty="0">
                        <a:solidFill>
                          <a:schemeClr val="dk1"/>
                        </a:solidFill>
                        <a:effectLst/>
                        <a:latin typeface="Times New Roman" panose="02020603050405020304" pitchFamily="18" charset="0"/>
                        <a:ea typeface="+mn-ea"/>
                        <a:cs typeface="Times New Roman" panose="02020603050405020304" pitchFamily="18" charset="0"/>
                      </a:endParaRPr>
                    </a:p>
                    <a:p>
                      <a:pPr algn="l" rtl="0" fontAlgn="ctr">
                        <a:buNone/>
                      </a:pPr>
                      <a:r>
                        <a:rPr lang="en-IN" sz="1800" kern="1200" dirty="0">
                          <a:solidFill>
                            <a:schemeClr val="dk1"/>
                          </a:solidFill>
                          <a:effectLst/>
                          <a:latin typeface="Times New Roman" panose="02020603050405020304" pitchFamily="18" charset="0"/>
                          <a:ea typeface="+mn-ea"/>
                          <a:cs typeface="Times New Roman" panose="02020603050405020304" pitchFamily="18" charset="0"/>
                        </a:rPr>
                        <a:t>Comparative ML study</a:t>
                      </a:r>
                      <a:endParaRPr lang="en-US" sz="1600" b="0"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tc>
                <a:tc>
                  <a:txBody>
                    <a:bodyPr/>
                    <a:lstStyle/>
                    <a:p>
                      <a:pPr algn="l" rtl="0" fontAlgn="ctr">
                        <a:buNone/>
                      </a:pPr>
                      <a:endParaRPr lang="en-US" sz="1800" b="0" i="0" u="none" strike="noStrike" dirty="0">
                        <a:solidFill>
                          <a:srgbClr val="1F1F1F"/>
                        </a:solidFill>
                        <a:effectLst/>
                        <a:latin typeface="Times New Roman" panose="02020603050405020304" pitchFamily="18" charset="0"/>
                        <a:cs typeface="Times New Roman" panose="02020603050405020304" pitchFamily="18" charset="0"/>
                      </a:endParaRPr>
                    </a:p>
                    <a:p>
                      <a:pPr algn="l" rtl="0" fontAlgn="ctr">
                        <a:buNone/>
                      </a:pPr>
                      <a:endParaRPr lang="en-US" sz="1800" b="0" i="0" u="none" strike="noStrike" dirty="0">
                        <a:solidFill>
                          <a:srgbClr val="1F1F1F"/>
                        </a:solidFill>
                        <a:effectLst/>
                        <a:latin typeface="Times New Roman" panose="02020603050405020304" pitchFamily="18" charset="0"/>
                        <a:cs typeface="Times New Roman" panose="02020603050405020304" pitchFamily="18" charset="0"/>
                      </a:endParaRPr>
                    </a:p>
                    <a:p>
                      <a:pPr algn="l" rtl="0" fontAlgn="ctr">
                        <a:buNone/>
                      </a:pPr>
                      <a:endParaRPr lang="en-US" sz="1800" b="0" i="0" u="none" strike="noStrike" dirty="0">
                        <a:solidFill>
                          <a:srgbClr val="1F1F1F"/>
                        </a:solidFill>
                        <a:effectLst/>
                        <a:latin typeface="Times New Roman" panose="02020603050405020304" pitchFamily="18" charset="0"/>
                        <a:cs typeface="Times New Roman" panose="02020603050405020304" pitchFamily="18" charset="0"/>
                      </a:endParaRPr>
                    </a:p>
                    <a:p>
                      <a:pPr algn="l" rtl="0" fontAlgn="ctr">
                        <a:buNone/>
                      </a:pPr>
                      <a:r>
                        <a:rPr lang="en-US" sz="1800" b="0" i="0" u="none" strike="noStrike" dirty="0">
                          <a:solidFill>
                            <a:srgbClr val="1F1F1F"/>
                          </a:solidFill>
                          <a:effectLst/>
                          <a:latin typeface="Times New Roman" panose="02020603050405020304" pitchFamily="18" charset="0"/>
                          <a:cs typeface="Times New Roman" panose="02020603050405020304" pitchFamily="18" charset="0"/>
                        </a:rPr>
                        <a:t>Best ML models identified</a:t>
                      </a:r>
                    </a:p>
                  </a:txBody>
                  <a:tcPr marL="61563" marR="5130" marT="5130" marB="0"/>
                </a:tc>
                <a:extLst>
                  <a:ext uri="{0D108BD9-81ED-4DB2-BD59-A6C34878D82A}">
                    <a16:rowId xmlns:a16="http://schemas.microsoft.com/office/drawing/2014/main" val="1806103440"/>
                  </a:ext>
                </a:extLst>
              </a:tr>
            </a:tbl>
          </a:graphicData>
        </a:graphic>
      </p:graphicFrame>
    </p:spTree>
    <p:extLst>
      <p:ext uri="{BB962C8B-B14F-4D97-AF65-F5344CB8AC3E}">
        <p14:creationId xmlns:p14="http://schemas.microsoft.com/office/powerpoint/2010/main" val="5831485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76B1D-5A71-DB12-1D5F-C26636D2F78F}"/>
              </a:ext>
            </a:extLst>
          </p:cNvPr>
          <p:cNvSpPr>
            <a:spLocks noGrp="1"/>
          </p:cNvSpPr>
          <p:nvPr>
            <p:ph type="title"/>
          </p:nvPr>
        </p:nvSpPr>
        <p:spPr/>
        <p:txBody>
          <a:bodyPr/>
          <a:lstStyle/>
          <a:p>
            <a:endParaRPr lang="en-IN"/>
          </a:p>
        </p:txBody>
      </p:sp>
      <p:graphicFrame>
        <p:nvGraphicFramePr>
          <p:cNvPr id="3" name="Table 2">
            <a:extLst>
              <a:ext uri="{FF2B5EF4-FFF2-40B4-BE49-F238E27FC236}">
                <a16:creationId xmlns:a16="http://schemas.microsoft.com/office/drawing/2014/main" id="{31113F96-CBB4-3840-F96F-11D7950521C4}"/>
              </a:ext>
            </a:extLst>
          </p:cNvPr>
          <p:cNvGraphicFramePr>
            <a:graphicFrameLocks noGrp="1"/>
          </p:cNvGraphicFramePr>
          <p:nvPr>
            <p:extLst>
              <p:ext uri="{D42A27DB-BD31-4B8C-83A1-F6EECF244321}">
                <p14:modId xmlns:p14="http://schemas.microsoft.com/office/powerpoint/2010/main" val="3005260935"/>
              </p:ext>
            </p:extLst>
          </p:nvPr>
        </p:nvGraphicFramePr>
        <p:xfrm>
          <a:off x="212271" y="204108"/>
          <a:ext cx="8735788" cy="4838728"/>
        </p:xfrm>
        <a:graphic>
          <a:graphicData uri="http://schemas.openxmlformats.org/drawingml/2006/table">
            <a:tbl>
              <a:tblPr firstRow="1" bandRow="1">
                <a:tableStyleId>{5C22544A-7EE6-4342-B048-85BDC9FD1C3A}</a:tableStyleId>
              </a:tblPr>
              <a:tblGrid>
                <a:gridCol w="501162">
                  <a:extLst>
                    <a:ext uri="{9D8B030D-6E8A-4147-A177-3AD203B41FA5}">
                      <a16:colId xmlns:a16="http://schemas.microsoft.com/office/drawing/2014/main" val="2128257793"/>
                    </a:ext>
                  </a:extLst>
                </a:gridCol>
                <a:gridCol w="1192424">
                  <a:extLst>
                    <a:ext uri="{9D8B030D-6E8A-4147-A177-3AD203B41FA5}">
                      <a16:colId xmlns:a16="http://schemas.microsoft.com/office/drawing/2014/main" val="2226918605"/>
                    </a:ext>
                  </a:extLst>
                </a:gridCol>
                <a:gridCol w="1052917">
                  <a:extLst>
                    <a:ext uri="{9D8B030D-6E8A-4147-A177-3AD203B41FA5}">
                      <a16:colId xmlns:a16="http://schemas.microsoft.com/office/drawing/2014/main" val="1695191327"/>
                    </a:ext>
                  </a:extLst>
                </a:gridCol>
                <a:gridCol w="1081539">
                  <a:extLst>
                    <a:ext uri="{9D8B030D-6E8A-4147-A177-3AD203B41FA5}">
                      <a16:colId xmlns:a16="http://schemas.microsoft.com/office/drawing/2014/main" val="2252803216"/>
                    </a:ext>
                  </a:extLst>
                </a:gridCol>
                <a:gridCol w="1291573">
                  <a:extLst>
                    <a:ext uri="{9D8B030D-6E8A-4147-A177-3AD203B41FA5}">
                      <a16:colId xmlns:a16="http://schemas.microsoft.com/office/drawing/2014/main" val="1582048125"/>
                    </a:ext>
                  </a:extLst>
                </a:gridCol>
                <a:gridCol w="1236412">
                  <a:extLst>
                    <a:ext uri="{9D8B030D-6E8A-4147-A177-3AD203B41FA5}">
                      <a16:colId xmlns:a16="http://schemas.microsoft.com/office/drawing/2014/main" val="2353705810"/>
                    </a:ext>
                  </a:extLst>
                </a:gridCol>
                <a:gridCol w="1236412">
                  <a:extLst>
                    <a:ext uri="{9D8B030D-6E8A-4147-A177-3AD203B41FA5}">
                      <a16:colId xmlns:a16="http://schemas.microsoft.com/office/drawing/2014/main" val="1004190146"/>
                    </a:ext>
                  </a:extLst>
                </a:gridCol>
                <a:gridCol w="1143349">
                  <a:extLst>
                    <a:ext uri="{9D8B030D-6E8A-4147-A177-3AD203B41FA5}">
                      <a16:colId xmlns:a16="http://schemas.microsoft.com/office/drawing/2014/main" val="175829805"/>
                    </a:ext>
                  </a:extLst>
                </a:gridCol>
              </a:tblGrid>
              <a:tr h="1004212">
                <a:tc>
                  <a:txBody>
                    <a:bodyPr/>
                    <a:lstStyle/>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dirty="0" err="1">
                          <a:latin typeface="Times New Roman" panose="02020603050405020304" pitchFamily="18" charset="0"/>
                          <a:cs typeface="Times New Roman" panose="02020603050405020304" pitchFamily="18" charset="0"/>
                        </a:rPr>
                        <a:t>S.No</a:t>
                      </a:r>
                      <a:endParaRPr lang="en-IN" dirty="0">
                        <a:latin typeface="Times New Roman" panose="02020603050405020304" pitchFamily="18" charset="0"/>
                        <a:cs typeface="Times New Roman" panose="02020603050405020304" pitchFamily="18" charset="0"/>
                      </a:endParaRPr>
                    </a:p>
                  </a:txBody>
                  <a:tcPr/>
                </a:tc>
                <a:tc>
                  <a:txBody>
                    <a:bodyPr/>
                    <a:lstStyle/>
                    <a:p>
                      <a:pPr algn="l" rtl="0" fontAlgn="ctr">
                        <a:buNone/>
                      </a:pPr>
                      <a:r>
                        <a:rPr lang="en-IN" sz="1600" u="none" strike="noStrike" dirty="0">
                          <a:effectLst/>
                          <a:latin typeface="Times New Roman" panose="02020603050405020304" pitchFamily="18" charset="0"/>
                          <a:cs typeface="Times New Roman" panose="02020603050405020304" pitchFamily="18" charset="0"/>
                        </a:rPr>
                        <a:t>Title of Paper</a:t>
                      </a:r>
                      <a:endParaRPr lang="en-IN" sz="1600" b="1"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nchor="ctr"/>
                </a:tc>
                <a:tc>
                  <a:txBody>
                    <a:bodyPr/>
                    <a:lstStyle/>
                    <a:p>
                      <a:pPr algn="l" rtl="0" fontAlgn="ctr">
                        <a:buNone/>
                      </a:pPr>
                      <a:r>
                        <a:rPr lang="en-IN" sz="1600" u="none" strike="noStrike" dirty="0">
                          <a:effectLst/>
                          <a:latin typeface="Times New Roman" panose="02020603050405020304" pitchFamily="18" charset="0"/>
                          <a:cs typeface="Times New Roman" panose="02020603050405020304" pitchFamily="18" charset="0"/>
                        </a:rPr>
                        <a:t>Title of Journal / Conference</a:t>
                      </a:r>
                      <a:endParaRPr lang="en-IN" sz="1600" b="1"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nchor="ctr"/>
                </a:tc>
                <a:tc>
                  <a:txBody>
                    <a:bodyPr/>
                    <a:lstStyle/>
                    <a:p>
                      <a:pPr algn="l" rtl="0" fontAlgn="ctr">
                        <a:buNone/>
                      </a:pPr>
                      <a:r>
                        <a:rPr lang="en-IN" sz="1600" u="none" strike="noStrike" dirty="0">
                          <a:effectLst/>
                          <a:latin typeface="Times New Roman" panose="02020603050405020304" pitchFamily="18" charset="0"/>
                          <a:cs typeface="Times New Roman" panose="02020603050405020304" pitchFamily="18" charset="0"/>
                        </a:rPr>
                        <a:t>Reference with DOI</a:t>
                      </a:r>
                      <a:endParaRPr lang="en-IN" sz="1600" b="1"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nchor="ctr"/>
                </a:tc>
                <a:tc>
                  <a:txBody>
                    <a:bodyPr/>
                    <a:lstStyle/>
                    <a:p>
                      <a:pPr algn="l" rtl="0" fontAlgn="ctr">
                        <a:buNone/>
                      </a:pPr>
                      <a:r>
                        <a:rPr lang="en-IN" sz="1600" u="none" strike="noStrike" dirty="0">
                          <a:effectLst/>
                          <a:latin typeface="Times New Roman" panose="02020603050405020304" pitchFamily="18" charset="0"/>
                          <a:cs typeface="Times New Roman" panose="02020603050405020304" pitchFamily="18" charset="0"/>
                        </a:rPr>
                        <a:t>Gap Addressed</a:t>
                      </a:r>
                      <a:endParaRPr lang="en-IN" sz="1600" b="1"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nchor="ctr"/>
                </a:tc>
                <a:tc>
                  <a:txBody>
                    <a:bodyPr/>
                    <a:lstStyle/>
                    <a:p>
                      <a:pPr algn="l" rtl="0" fontAlgn="ctr">
                        <a:buNone/>
                      </a:pPr>
                      <a:r>
                        <a:rPr lang="en-IN" sz="1600" u="none" strike="noStrike" dirty="0">
                          <a:effectLst/>
                          <a:latin typeface="Times New Roman" panose="02020603050405020304" pitchFamily="18" charset="0"/>
                          <a:cs typeface="Times New Roman" panose="02020603050405020304" pitchFamily="18" charset="0"/>
                        </a:rPr>
                        <a:t>Objective of Research</a:t>
                      </a:r>
                      <a:endParaRPr lang="en-IN" sz="1600" b="1"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nchor="ctr"/>
                </a:tc>
                <a:tc>
                  <a:txBody>
                    <a:bodyPr/>
                    <a:lstStyle/>
                    <a:p>
                      <a:pPr algn="l" rtl="0" fontAlgn="ctr">
                        <a:buNone/>
                      </a:pPr>
                      <a:r>
                        <a:rPr lang="en-US" sz="1600" u="none" strike="noStrike" dirty="0">
                          <a:effectLst/>
                          <a:latin typeface="Times New Roman" panose="02020603050405020304" pitchFamily="18" charset="0"/>
                          <a:cs typeface="Times New Roman" panose="02020603050405020304" pitchFamily="18" charset="0"/>
                        </a:rPr>
                        <a:t>Focus of the Paper (Methodology Used)</a:t>
                      </a:r>
                      <a:endParaRPr lang="en-US" sz="1600" b="1"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nchor="ctr"/>
                </a:tc>
                <a:tc>
                  <a:txBody>
                    <a:bodyPr/>
                    <a:lstStyle/>
                    <a:p>
                      <a:pPr algn="l" rtl="0" fontAlgn="ctr">
                        <a:buNone/>
                      </a:pPr>
                      <a:r>
                        <a:rPr lang="en-IN" sz="1600" u="none" strike="noStrike" dirty="0">
                          <a:effectLst/>
                          <a:latin typeface="Times New Roman" panose="02020603050405020304" pitchFamily="18" charset="0"/>
                          <a:cs typeface="Times New Roman" panose="02020603050405020304" pitchFamily="18" charset="0"/>
                        </a:rPr>
                        <a:t>Summary in One Line</a:t>
                      </a:r>
                      <a:endParaRPr lang="en-IN" sz="1600" b="1"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nchor="ctr"/>
                </a:tc>
                <a:extLst>
                  <a:ext uri="{0D108BD9-81ED-4DB2-BD59-A6C34878D82A}">
                    <a16:rowId xmlns:a16="http://schemas.microsoft.com/office/drawing/2014/main" val="933234456"/>
                  </a:ext>
                </a:extLst>
              </a:tr>
              <a:tr h="1581608">
                <a:tc>
                  <a:txBody>
                    <a:bodyPr/>
                    <a:lstStyle/>
                    <a:p>
                      <a:r>
                        <a:rPr lang="en-US" dirty="0">
                          <a:latin typeface="Times New Roman" panose="02020603050405020304" pitchFamily="18" charset="0"/>
                          <a:cs typeface="Times New Roman" panose="02020603050405020304" pitchFamily="18" charset="0"/>
                        </a:rPr>
                        <a:t>19.</a:t>
                      </a:r>
                      <a:endParaRPr lang="en-IN" dirty="0">
                        <a:latin typeface="Times New Roman" panose="02020603050405020304" pitchFamily="18" charset="0"/>
                        <a:cs typeface="Times New Roman" panose="02020603050405020304" pitchFamily="18" charset="0"/>
                      </a:endParaRPr>
                    </a:p>
                  </a:txBody>
                  <a:tcPr/>
                </a:tc>
                <a:tc>
                  <a:txBody>
                    <a:bodyPr/>
                    <a:lstStyle/>
                    <a:p>
                      <a:pPr algn="l" rtl="0" fontAlgn="ctr">
                        <a:buNone/>
                      </a:pPr>
                      <a:r>
                        <a:rPr lang="en-US" sz="1800" b="0" i="0" u="none" strike="noStrike" dirty="0" err="1">
                          <a:solidFill>
                            <a:srgbClr val="1F1F1F"/>
                          </a:solidFill>
                          <a:effectLst/>
                          <a:latin typeface="Times New Roman" panose="02020603050405020304" pitchFamily="18" charset="0"/>
                          <a:cs typeface="Times New Roman" panose="02020603050405020304" pitchFamily="18" charset="0"/>
                        </a:rPr>
                        <a:t>PdM</a:t>
                      </a:r>
                      <a:r>
                        <a:rPr lang="en-US" sz="1800" b="0" i="0" u="none" strike="noStrike" dirty="0">
                          <a:solidFill>
                            <a:srgbClr val="1F1F1F"/>
                          </a:solidFill>
                          <a:effectLst/>
                          <a:latin typeface="Times New Roman" panose="02020603050405020304" pitchFamily="18" charset="0"/>
                          <a:cs typeface="Times New Roman" panose="02020603050405020304" pitchFamily="18" charset="0"/>
                        </a:rPr>
                        <a:t> for Smart Factories</a:t>
                      </a:r>
                    </a:p>
                  </a:txBody>
                  <a:tcPr marL="61563" marR="5130" marT="5130" marB="0"/>
                </a:tc>
                <a:tc>
                  <a:txBody>
                    <a:bodyPr/>
                    <a:lstStyle/>
                    <a:p>
                      <a:pPr algn="l" rtl="0" fontAlgn="ctr">
                        <a:buNone/>
                      </a:pPr>
                      <a:r>
                        <a:rPr lang="en-IN" sz="1800" b="0" i="0" u="none" strike="noStrike" dirty="0">
                          <a:solidFill>
                            <a:srgbClr val="1F1F1F"/>
                          </a:solidFill>
                          <a:effectLst/>
                          <a:latin typeface="Times New Roman" panose="02020603050405020304" pitchFamily="18" charset="0"/>
                          <a:cs typeface="Times New Roman" panose="02020603050405020304" pitchFamily="18" charset="0"/>
                        </a:rPr>
                        <a:t>Sensors and Actuators </a:t>
                      </a:r>
                    </a:p>
                  </a:txBody>
                  <a:tcPr marL="61563" marR="5130" marT="5130" marB="0"/>
                </a:tc>
                <a:tc>
                  <a:txBody>
                    <a:bodyPr/>
                    <a:lstStyle/>
                    <a:p>
                      <a:pPr algn="l" rtl="0" fontAlgn="ctr">
                        <a:buNone/>
                      </a:pPr>
                      <a:r>
                        <a:rPr lang="en-IN" sz="1800" dirty="0">
                          <a:latin typeface="Times New Roman" panose="02020603050405020304" pitchFamily="18" charset="0"/>
                          <a:cs typeface="Times New Roman" panose="02020603050405020304" pitchFamily="18" charset="0"/>
                        </a:rPr>
                        <a:t>10.1016/j.sna.2018.07.041</a:t>
                      </a:r>
                      <a:endParaRPr lang="en-IN" sz="1800" b="0"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tc>
                <a:tc>
                  <a:txBody>
                    <a:bodyPr/>
                    <a:lstStyle/>
                    <a:p>
                      <a:pPr algn="l" rtl="0" fontAlgn="ctr">
                        <a:buNone/>
                      </a:pPr>
                      <a:r>
                        <a:rPr lang="en-US" sz="1800" b="0" i="0" u="none" strike="noStrike" dirty="0">
                          <a:solidFill>
                            <a:srgbClr val="1F1F1F"/>
                          </a:solidFill>
                          <a:effectLst/>
                          <a:latin typeface="Times New Roman" panose="02020603050405020304" pitchFamily="18" charset="0"/>
                          <a:cs typeface="Times New Roman" panose="02020603050405020304" pitchFamily="18" charset="0"/>
                        </a:rPr>
                        <a:t>Equipment breakdowns</a:t>
                      </a:r>
                    </a:p>
                  </a:txBody>
                  <a:tcPr marL="61563" marR="5130" marT="5130" marB="0"/>
                </a:tc>
                <a:tc>
                  <a:txBody>
                    <a:bodyPr/>
                    <a:lstStyle/>
                    <a:p>
                      <a:pPr algn="l" rtl="0" fontAlgn="ctr">
                        <a:buNone/>
                      </a:pPr>
                      <a:r>
                        <a:rPr lang="en-US" sz="1800" kern="1200" dirty="0">
                          <a:solidFill>
                            <a:schemeClr val="dk1"/>
                          </a:solidFill>
                          <a:effectLst/>
                          <a:latin typeface="Times New Roman" panose="02020603050405020304" pitchFamily="18" charset="0"/>
                          <a:ea typeface="+mn-ea"/>
                          <a:cs typeface="Times New Roman" panose="02020603050405020304" pitchFamily="18" charset="0"/>
                        </a:rPr>
                        <a:t>Predict failures</a:t>
                      </a:r>
                      <a:endParaRPr lang="en-US" sz="1600" b="0"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tc>
                <a:tc>
                  <a:txBody>
                    <a:bodyPr/>
                    <a:lstStyle/>
                    <a:p>
                      <a:pPr algn="l" rtl="0" fontAlgn="ctr">
                        <a:buNone/>
                      </a:pPr>
                      <a:r>
                        <a:rPr lang="en-US" sz="1800" b="0" i="0" u="none" strike="noStrike" dirty="0">
                          <a:solidFill>
                            <a:srgbClr val="1F1F1F"/>
                          </a:solidFill>
                          <a:effectLst/>
                          <a:latin typeface="Times New Roman" panose="02020603050405020304" pitchFamily="18" charset="0"/>
                          <a:cs typeface="Times New Roman" panose="02020603050405020304" pitchFamily="18" charset="0"/>
                        </a:rPr>
                        <a:t>Sensor fusion + ML</a:t>
                      </a:r>
                    </a:p>
                  </a:txBody>
                  <a:tcPr marL="61563" marR="5130" marT="5130" marB="0"/>
                </a:tc>
                <a:tc>
                  <a:txBody>
                    <a:bodyPr/>
                    <a:lstStyle/>
                    <a:p>
                      <a:pPr algn="l" rtl="0" fontAlgn="ctr">
                        <a:buNone/>
                      </a:pPr>
                      <a:r>
                        <a:rPr lang="en-US" sz="1800" b="0" i="0" u="none" strike="noStrike" dirty="0" err="1">
                          <a:solidFill>
                            <a:srgbClr val="1F1F1F"/>
                          </a:solidFill>
                          <a:effectLst/>
                          <a:latin typeface="Times New Roman" panose="02020603050405020304" pitchFamily="18" charset="0"/>
                          <a:cs typeface="Times New Roman" panose="02020603050405020304" pitchFamily="18" charset="0"/>
                        </a:rPr>
                        <a:t>PdM</a:t>
                      </a:r>
                      <a:r>
                        <a:rPr lang="en-US" sz="1800" b="0" i="0" u="none" strike="noStrike" dirty="0">
                          <a:solidFill>
                            <a:srgbClr val="1F1F1F"/>
                          </a:solidFill>
                          <a:effectLst/>
                          <a:latin typeface="Times New Roman" panose="02020603050405020304" pitchFamily="18" charset="0"/>
                          <a:cs typeface="Times New Roman" panose="02020603050405020304" pitchFamily="18" charset="0"/>
                        </a:rPr>
                        <a:t> improves factory reliability</a:t>
                      </a:r>
                    </a:p>
                  </a:txBody>
                  <a:tcPr marL="61563" marR="5130" marT="5130" marB="0"/>
                </a:tc>
                <a:extLst>
                  <a:ext uri="{0D108BD9-81ED-4DB2-BD59-A6C34878D82A}">
                    <a16:rowId xmlns:a16="http://schemas.microsoft.com/office/drawing/2014/main" val="715662521"/>
                  </a:ext>
                </a:extLst>
              </a:tr>
              <a:tr h="2252908">
                <a:tc>
                  <a:txBody>
                    <a:bodyPr/>
                    <a:lstStyle/>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20.</a:t>
                      </a:r>
                      <a:endParaRPr lang="en-IN" dirty="0">
                        <a:latin typeface="Times New Roman" panose="02020603050405020304" pitchFamily="18" charset="0"/>
                        <a:cs typeface="Times New Roman" panose="02020603050405020304" pitchFamily="18" charset="0"/>
                      </a:endParaRPr>
                    </a:p>
                  </a:txBody>
                  <a:tcPr/>
                </a:tc>
                <a:tc>
                  <a:txBody>
                    <a:bodyPr/>
                    <a:lstStyle/>
                    <a:p>
                      <a:pPr>
                        <a:lnSpc>
                          <a:spcPct val="107000"/>
                        </a:lnSpc>
                        <a:spcAft>
                          <a:spcPts val="800"/>
                        </a:spcAft>
                        <a:buNone/>
                      </a:pPr>
                      <a:r>
                        <a:rPr lang="en-US" sz="2000" kern="100" dirty="0">
                          <a:effectLst/>
                          <a:latin typeface="Times New Roman" panose="02020603050405020304" pitchFamily="18" charset="0"/>
                          <a:ea typeface="Calibri" panose="020F0502020204030204" pitchFamily="34" charset="0"/>
                          <a:cs typeface="Times New Roman" panose="02020603050405020304" pitchFamily="18" charset="0"/>
                        </a:rPr>
                        <a:t>Predictive Maintenance Using IoT &amp; AI</a:t>
                      </a:r>
                      <a:endParaRPr lang="en-IN" sz="20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Journal of Intelligent Manufacturing</a:t>
                      </a:r>
                    </a:p>
                  </a:txBody>
                  <a:tcPr marL="9525" marR="9525" marT="9525" marB="9525" anchor="ctr"/>
                </a:tc>
                <a:tc>
                  <a:txBody>
                    <a:bodyPr/>
                    <a:lstStyle/>
                    <a:p>
                      <a:pPr algn="l" rtl="0" fontAlgn="ctr">
                        <a:buNone/>
                      </a:pPr>
                      <a:endParaRPr lang="en-IN" sz="2000" b="0" i="0" u="none" strike="noStrike" dirty="0">
                        <a:solidFill>
                          <a:srgbClr val="1F1F1F"/>
                        </a:solidFill>
                        <a:effectLst/>
                        <a:latin typeface="Times New Roman" panose="02020603050405020304" pitchFamily="18" charset="0"/>
                        <a:cs typeface="Times New Roman" panose="02020603050405020304" pitchFamily="18" charset="0"/>
                      </a:endParaRPr>
                    </a:p>
                    <a:p>
                      <a:pPr algn="l" rtl="0" fontAlgn="ctr">
                        <a:buNone/>
                      </a:pPr>
                      <a:endParaRPr lang="en-IN" sz="2000" b="0" i="0" u="none" strike="noStrike" dirty="0">
                        <a:solidFill>
                          <a:srgbClr val="1F1F1F"/>
                        </a:solidFill>
                        <a:effectLst/>
                        <a:latin typeface="Times New Roman" panose="02020603050405020304" pitchFamily="18" charset="0"/>
                        <a:cs typeface="Times New Roman" panose="02020603050405020304" pitchFamily="18" charset="0"/>
                      </a:endParaRPr>
                    </a:p>
                    <a:p>
                      <a:pPr algn="l" rtl="0" fontAlgn="ctr">
                        <a:buNone/>
                      </a:pPr>
                      <a:endParaRPr lang="en-IN" sz="2000" b="0" i="0" u="none" strike="noStrike" dirty="0">
                        <a:solidFill>
                          <a:srgbClr val="1F1F1F"/>
                        </a:solidFill>
                        <a:effectLst/>
                        <a:latin typeface="Times New Roman" panose="02020603050405020304" pitchFamily="18" charset="0"/>
                        <a:cs typeface="Times New Roman" panose="02020603050405020304" pitchFamily="18" charset="0"/>
                      </a:endParaRPr>
                    </a:p>
                    <a:p>
                      <a:pPr algn="l" rtl="0" fontAlgn="ctr">
                        <a:buNone/>
                      </a:pPr>
                      <a:r>
                        <a:rPr lang="en-IN" sz="2000" b="0" i="0" u="none" strike="noStrike" dirty="0">
                          <a:solidFill>
                            <a:srgbClr val="1F1F1F"/>
                          </a:solidFill>
                          <a:effectLst/>
                          <a:latin typeface="Times New Roman" panose="02020603050405020304" pitchFamily="18" charset="0"/>
                          <a:cs typeface="Times New Roman" panose="02020603050405020304" pitchFamily="18" charset="0"/>
                        </a:rPr>
                        <a:t>10.1007/s10845-019-01468-0</a:t>
                      </a:r>
                    </a:p>
                  </a:txBody>
                  <a:tcPr marL="61563" marR="5130" marT="5130" marB="0"/>
                </a:tc>
                <a:tc>
                  <a:txBody>
                    <a:bodyPr/>
                    <a:lstStyle/>
                    <a:p>
                      <a:pPr>
                        <a:lnSpc>
                          <a:spcPct val="107000"/>
                        </a:lnSpc>
                        <a:spcAft>
                          <a:spcPts val="800"/>
                        </a:spcAft>
                        <a:buNone/>
                      </a:pPr>
                      <a:r>
                        <a:rPr lang="en-IN" sz="1800" kern="100" dirty="0">
                          <a:effectLst/>
                          <a:latin typeface="Times New Roman" panose="02020603050405020304" pitchFamily="18" charset="0"/>
                          <a:ea typeface="Calibri" panose="020F0502020204030204" pitchFamily="34" charset="0"/>
                          <a:cs typeface="Times New Roman" panose="02020603050405020304" pitchFamily="18" charset="0"/>
                        </a:rPr>
                        <a:t>Traditional maintenance issues</a:t>
                      </a:r>
                    </a:p>
                  </a:txBody>
                  <a:tcPr marL="9525" marR="9525" marT="9525" marB="9525" anchor="ctr"/>
                </a:tc>
                <a:tc>
                  <a:txBody>
                    <a:bodyPr/>
                    <a:lstStyle/>
                    <a:p>
                      <a:pPr>
                        <a:lnSpc>
                          <a:spcPct val="107000"/>
                        </a:lnSpc>
                        <a:spcAft>
                          <a:spcPts val="800"/>
                        </a:spcAft>
                        <a:buNone/>
                      </a:pPr>
                      <a:r>
                        <a:rPr lang="en-US" sz="1800" kern="100" dirty="0">
                          <a:effectLst/>
                          <a:latin typeface="Times New Roman" panose="02020603050405020304" pitchFamily="18" charset="0"/>
                          <a:ea typeface="Calibri" panose="020F0502020204030204" pitchFamily="34" charset="0"/>
                          <a:cs typeface="Times New Roman" panose="02020603050405020304" pitchFamily="18" charset="0"/>
                        </a:rPr>
                        <a:t>Implement intelligent </a:t>
                      </a:r>
                      <a:r>
                        <a:rPr lang="en-US" sz="1800" kern="100" dirty="0" err="1">
                          <a:effectLst/>
                          <a:latin typeface="Times New Roman" panose="02020603050405020304" pitchFamily="18" charset="0"/>
                          <a:ea typeface="Calibri" panose="020F0502020204030204" pitchFamily="34" charset="0"/>
                          <a:cs typeface="Times New Roman" panose="02020603050405020304" pitchFamily="18" charset="0"/>
                        </a:rPr>
                        <a:t>PdM</a:t>
                      </a:r>
                      <a:endParaRPr lang="en-IN" sz="1800" kern="1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9525" marR="9525" marT="9525" marB="9525" anchor="ctr"/>
                </a:tc>
                <a:tc>
                  <a:txBody>
                    <a:bodyPr/>
                    <a:lstStyle/>
                    <a:p>
                      <a:pPr algn="l" rtl="0" fontAlgn="ctr">
                        <a:buNone/>
                      </a:pPr>
                      <a:endParaRPr lang="en-IN" sz="1800" kern="1200" dirty="0">
                        <a:solidFill>
                          <a:schemeClr val="dk1"/>
                        </a:solidFill>
                        <a:effectLst/>
                        <a:latin typeface="Times New Roman" panose="02020603050405020304" pitchFamily="18" charset="0"/>
                        <a:ea typeface="+mn-ea"/>
                        <a:cs typeface="Times New Roman" panose="02020603050405020304" pitchFamily="18" charset="0"/>
                      </a:endParaRPr>
                    </a:p>
                    <a:p>
                      <a:pPr algn="l" rtl="0" fontAlgn="ctr">
                        <a:buNone/>
                      </a:pPr>
                      <a:endParaRPr lang="en-IN" sz="1800" kern="1200" dirty="0">
                        <a:solidFill>
                          <a:schemeClr val="dk1"/>
                        </a:solidFill>
                        <a:effectLst/>
                        <a:latin typeface="Times New Roman" panose="02020603050405020304" pitchFamily="18" charset="0"/>
                        <a:ea typeface="+mn-ea"/>
                        <a:cs typeface="Times New Roman" panose="02020603050405020304" pitchFamily="18" charset="0"/>
                      </a:endParaRPr>
                    </a:p>
                    <a:p>
                      <a:pPr algn="l" rtl="0" fontAlgn="ctr">
                        <a:buNone/>
                      </a:pPr>
                      <a:endParaRPr lang="en-IN" sz="1800" kern="1200" dirty="0">
                        <a:solidFill>
                          <a:schemeClr val="dk1"/>
                        </a:solidFill>
                        <a:effectLst/>
                        <a:latin typeface="Times New Roman" panose="02020603050405020304" pitchFamily="18" charset="0"/>
                        <a:ea typeface="+mn-ea"/>
                        <a:cs typeface="Times New Roman" panose="02020603050405020304" pitchFamily="18" charset="0"/>
                      </a:endParaRPr>
                    </a:p>
                    <a:p>
                      <a:pPr algn="l" rtl="0" fontAlgn="ctr">
                        <a:buNone/>
                      </a:pPr>
                      <a:r>
                        <a:rPr lang="en-IN" sz="1800" kern="1200" dirty="0">
                          <a:solidFill>
                            <a:schemeClr val="dk1"/>
                          </a:solidFill>
                          <a:effectLst/>
                          <a:latin typeface="Times New Roman" panose="02020603050405020304" pitchFamily="18" charset="0"/>
                          <a:ea typeface="+mn-ea"/>
                          <a:cs typeface="Times New Roman" panose="02020603050405020304" pitchFamily="18" charset="0"/>
                        </a:rPr>
                        <a:t>AI + IoT framework</a:t>
                      </a:r>
                      <a:endParaRPr lang="en-US" sz="1600" b="0" i="0" u="none" strike="noStrike" dirty="0">
                        <a:solidFill>
                          <a:srgbClr val="1F1F1F"/>
                        </a:solidFill>
                        <a:effectLst/>
                        <a:latin typeface="Times New Roman" panose="02020603050405020304" pitchFamily="18" charset="0"/>
                        <a:cs typeface="Times New Roman" panose="02020603050405020304" pitchFamily="18" charset="0"/>
                      </a:endParaRPr>
                    </a:p>
                  </a:txBody>
                  <a:tcPr marL="61563" marR="5130" marT="5130" marB="0"/>
                </a:tc>
                <a:tc>
                  <a:txBody>
                    <a:bodyPr/>
                    <a:lstStyle/>
                    <a:p>
                      <a:pPr algn="l" rtl="0" fontAlgn="ctr">
                        <a:buNone/>
                      </a:pPr>
                      <a:endParaRPr lang="en-US" sz="1800" b="0" i="0" u="none" strike="noStrike" dirty="0">
                        <a:solidFill>
                          <a:srgbClr val="1F1F1F"/>
                        </a:solidFill>
                        <a:effectLst/>
                        <a:latin typeface="Times New Roman" panose="02020603050405020304" pitchFamily="18" charset="0"/>
                        <a:cs typeface="Times New Roman" panose="02020603050405020304" pitchFamily="18" charset="0"/>
                      </a:endParaRPr>
                    </a:p>
                    <a:p>
                      <a:pPr algn="l" rtl="0" fontAlgn="ctr">
                        <a:buNone/>
                      </a:pPr>
                      <a:endParaRPr lang="en-US" sz="1800" b="0" i="0" u="none" strike="noStrike" dirty="0">
                        <a:solidFill>
                          <a:srgbClr val="1F1F1F"/>
                        </a:solidFill>
                        <a:effectLst/>
                        <a:latin typeface="Times New Roman" panose="02020603050405020304" pitchFamily="18" charset="0"/>
                        <a:cs typeface="Times New Roman" panose="02020603050405020304" pitchFamily="18" charset="0"/>
                      </a:endParaRPr>
                    </a:p>
                    <a:p>
                      <a:pPr algn="l" rtl="0" fontAlgn="ctr">
                        <a:buNone/>
                      </a:pPr>
                      <a:endParaRPr lang="en-US" sz="1800" b="0" i="0" u="none" strike="noStrike" dirty="0">
                        <a:solidFill>
                          <a:srgbClr val="1F1F1F"/>
                        </a:solidFill>
                        <a:effectLst/>
                        <a:latin typeface="Times New Roman" panose="02020603050405020304" pitchFamily="18" charset="0"/>
                        <a:cs typeface="Times New Roman" panose="02020603050405020304" pitchFamily="18" charset="0"/>
                      </a:endParaRPr>
                    </a:p>
                    <a:p>
                      <a:pPr algn="l" rtl="0" fontAlgn="ctr">
                        <a:buNone/>
                      </a:pPr>
                      <a:r>
                        <a:rPr lang="en-US" sz="1800" b="0" i="0" u="none" strike="noStrike" dirty="0">
                          <a:solidFill>
                            <a:srgbClr val="1F1F1F"/>
                          </a:solidFill>
                          <a:effectLst/>
                          <a:latin typeface="Times New Roman" panose="02020603050405020304" pitchFamily="18" charset="0"/>
                          <a:cs typeface="Times New Roman" panose="02020603050405020304" pitchFamily="18" charset="0"/>
                        </a:rPr>
                        <a:t>Intelligent </a:t>
                      </a:r>
                      <a:r>
                        <a:rPr lang="en-US" sz="1800" b="0" i="0" u="none" strike="noStrike" dirty="0" err="1">
                          <a:solidFill>
                            <a:srgbClr val="1F1F1F"/>
                          </a:solidFill>
                          <a:effectLst/>
                          <a:latin typeface="Times New Roman" panose="02020603050405020304" pitchFamily="18" charset="0"/>
                          <a:cs typeface="Times New Roman" panose="02020603050405020304" pitchFamily="18" charset="0"/>
                        </a:rPr>
                        <a:t>PdM</a:t>
                      </a:r>
                      <a:r>
                        <a:rPr lang="en-US" sz="1800" b="0" i="0" u="none" strike="noStrike" dirty="0">
                          <a:solidFill>
                            <a:srgbClr val="1F1F1F"/>
                          </a:solidFill>
                          <a:effectLst/>
                          <a:latin typeface="Times New Roman" panose="02020603050405020304" pitchFamily="18" charset="0"/>
                          <a:cs typeface="Times New Roman" panose="02020603050405020304" pitchFamily="18" charset="0"/>
                        </a:rPr>
                        <a:t> boosts productivity</a:t>
                      </a:r>
                    </a:p>
                  </a:txBody>
                  <a:tcPr marL="61563" marR="5130" marT="5130" marB="0"/>
                </a:tc>
                <a:extLst>
                  <a:ext uri="{0D108BD9-81ED-4DB2-BD59-A6C34878D82A}">
                    <a16:rowId xmlns:a16="http://schemas.microsoft.com/office/drawing/2014/main" val="2442286805"/>
                  </a:ext>
                </a:extLst>
              </a:tr>
            </a:tbl>
          </a:graphicData>
        </a:graphic>
      </p:graphicFrame>
    </p:spTree>
    <p:extLst>
      <p:ext uri="{BB962C8B-B14F-4D97-AF65-F5344CB8AC3E}">
        <p14:creationId xmlns:p14="http://schemas.microsoft.com/office/powerpoint/2010/main" val="7139170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3E288-4E27-BA34-A96C-57359A8A6C2A}"/>
              </a:ext>
            </a:extLst>
          </p:cNvPr>
          <p:cNvSpPr>
            <a:spLocks noGrp="1"/>
          </p:cNvSpPr>
          <p:nvPr>
            <p:ph type="ctrTitle"/>
          </p:nvPr>
        </p:nvSpPr>
        <p:spPr>
          <a:xfrm>
            <a:off x="713224" y="293915"/>
            <a:ext cx="7581689" cy="563336"/>
          </a:xfrm>
        </p:spPr>
        <p:txBody>
          <a:bodyPr/>
          <a:lstStyle/>
          <a:p>
            <a:r>
              <a:rPr lang="en-US" sz="3600" dirty="0">
                <a:latin typeface="Times New Roman" panose="02020603050405020304" pitchFamily="18" charset="0"/>
                <a:ea typeface="Tahoma" panose="020B0604030504040204" pitchFamily="34" charset="0"/>
                <a:cs typeface="Times New Roman" panose="02020603050405020304" pitchFamily="18" charset="0"/>
              </a:rPr>
              <a:t>Conclusion from research papers</a:t>
            </a:r>
            <a:endParaRPr lang="en-IN" sz="3600" dirty="0">
              <a:latin typeface="Times New Roman" panose="02020603050405020304" pitchFamily="18" charset="0"/>
              <a:ea typeface="Tahoma" panose="020B0604030504040204" pitchFamily="34" charset="0"/>
              <a:cs typeface="Times New Roman" panose="02020603050405020304" pitchFamily="18" charset="0"/>
            </a:endParaRPr>
          </a:p>
        </p:txBody>
      </p:sp>
      <p:sp>
        <p:nvSpPr>
          <p:cNvPr id="3" name="Subtitle 2">
            <a:extLst>
              <a:ext uri="{FF2B5EF4-FFF2-40B4-BE49-F238E27FC236}">
                <a16:creationId xmlns:a16="http://schemas.microsoft.com/office/drawing/2014/main" id="{8F5E4FD6-5AB8-76E9-7E1A-7E49952E3B58}"/>
              </a:ext>
            </a:extLst>
          </p:cNvPr>
          <p:cNvSpPr>
            <a:spLocks noGrp="1"/>
          </p:cNvSpPr>
          <p:nvPr>
            <p:ph type="subTitle" idx="1"/>
          </p:nvPr>
        </p:nvSpPr>
        <p:spPr>
          <a:xfrm>
            <a:off x="0" y="734786"/>
            <a:ext cx="9143999" cy="4523014"/>
          </a:xfrm>
        </p:spPr>
        <p:txBody>
          <a:bodyPr/>
          <a:lstStyle/>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Predictive maintenance (</a:t>
            </a:r>
            <a:r>
              <a:rPr lang="en-US" dirty="0" err="1">
                <a:latin typeface="Times New Roman" panose="02020603050405020304" pitchFamily="18" charset="0"/>
                <a:cs typeface="Times New Roman" panose="02020603050405020304" pitchFamily="18" charset="0"/>
              </a:rPr>
              <a:t>PdM</a:t>
            </a:r>
            <a:r>
              <a:rPr lang="en-US" dirty="0">
                <a:latin typeface="Times New Roman" panose="02020603050405020304" pitchFamily="18" charset="0"/>
                <a:cs typeface="Times New Roman" panose="02020603050405020304" pitchFamily="18" charset="0"/>
              </a:rPr>
              <a:t>) has emerged as a crucial element of contemporary industrial systems, particularly in the context of Industry 4.0, as can be seen from the thorough analysis of the chosen research publications. </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Conventional maintenance methods, like reactive and preventative maintenance, are expensive, ineffective, and frequently result in unplanned equipment breakdowns and longer downtime.</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Effective estimation of the Remaining Useful Life (RUL) of industrial equipment, precise problem identification, and early failure prediction are made possible by the integration of Machine Learning (ML) techniques with IoT-based sensor data, as the reviewed research clearly show.</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Comparing algorithms like Support Vector Machines, Artificial Neural Networks, Random Forests, and Deep Learning models to traditional techniques, it has been demonstrated that these algorithms significantly increase prediction accuracy and reliability.</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research does, however, also note several difficulties, such as the necessity for high-quality labeled datasets, the complexity of the data, the expense of computation, and problems with integration in actual industrial locations. These gaps show that intelligent, scalable, and effective predictive maintenance solutions are required.</a:t>
            </a:r>
          </a:p>
          <a:p>
            <a:pPr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analyzed research concludes that the combination of IoT and Machine Learning-based Predictive Maintenance systems improves equipment reliability, lowers maintenance costs, minimizes downtime, and boosts overall productivity. </a:t>
            </a:r>
          </a:p>
          <a:p>
            <a:pPr algn="jus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867403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658835-CF24-A443-2EB4-F40179C5E261}"/>
              </a:ext>
            </a:extLst>
          </p:cNvPr>
          <p:cNvSpPr>
            <a:spLocks noGrp="1"/>
          </p:cNvSpPr>
          <p:nvPr>
            <p:ph type="ctrTitle"/>
          </p:nvPr>
        </p:nvSpPr>
        <p:spPr>
          <a:xfrm rot="10800000" flipV="1">
            <a:off x="713224" y="351065"/>
            <a:ext cx="7230625" cy="547006"/>
          </a:xfrm>
        </p:spPr>
        <p:txBody>
          <a:bodyPr/>
          <a:lstStyle/>
          <a:p>
            <a:pPr algn="ctr"/>
            <a:r>
              <a:rPr lang="en-US" sz="3200" dirty="0"/>
              <a:t>Problem definition</a:t>
            </a:r>
            <a:endParaRPr lang="en-IN" sz="3200" dirty="0"/>
          </a:p>
        </p:txBody>
      </p:sp>
      <p:sp>
        <p:nvSpPr>
          <p:cNvPr id="3" name="Subtitle 2">
            <a:extLst>
              <a:ext uri="{FF2B5EF4-FFF2-40B4-BE49-F238E27FC236}">
                <a16:creationId xmlns:a16="http://schemas.microsoft.com/office/drawing/2014/main" id="{CFA53371-CFBC-82AC-1D32-D104461408BB}"/>
              </a:ext>
            </a:extLst>
          </p:cNvPr>
          <p:cNvSpPr>
            <a:spLocks noGrp="1"/>
          </p:cNvSpPr>
          <p:nvPr>
            <p:ph type="subTitle" idx="1"/>
          </p:nvPr>
        </p:nvSpPr>
        <p:spPr>
          <a:xfrm>
            <a:off x="269420" y="767444"/>
            <a:ext cx="8572501" cy="1804306"/>
          </a:xfrm>
        </p:spPr>
        <p:txBody>
          <a:bodyPr/>
          <a:lstStyle/>
          <a:p>
            <a:pPr>
              <a:buFont typeface="Arial" panose="020B0604020202020204" pitchFamily="34" charset="0"/>
              <a:buChar char="•"/>
            </a:pPr>
            <a:r>
              <a:rPr lang="en-US" dirty="0"/>
              <a:t>Industrial machinery is critical for continuous production, but failures lead to high downtime and financial loss.</a:t>
            </a:r>
          </a:p>
          <a:p>
            <a:pPr>
              <a:buFont typeface="Arial" panose="020B0604020202020204" pitchFamily="34" charset="0"/>
              <a:buChar char="•"/>
            </a:pPr>
            <a:r>
              <a:rPr lang="en-US" dirty="0"/>
              <a:t>Most industries still use reactive or preventive maintenance, which is inefficient and costly.</a:t>
            </a:r>
          </a:p>
          <a:p>
            <a:pPr>
              <a:buFont typeface="Arial" panose="020B0604020202020204" pitchFamily="34" charset="0"/>
              <a:buChar char="•"/>
            </a:pPr>
            <a:r>
              <a:rPr lang="en-US" dirty="0"/>
              <a:t>Reactive maintenance causes unexpected breakdowns and production interruptions.</a:t>
            </a:r>
          </a:p>
          <a:p>
            <a:pPr>
              <a:buFont typeface="Arial" panose="020B0604020202020204" pitchFamily="34" charset="0"/>
              <a:buChar char="•"/>
            </a:pPr>
            <a:r>
              <a:rPr lang="en-US" dirty="0"/>
              <a:t>Preventive maintenance leads to unnecessary servicing, even when machines are healthy.</a:t>
            </a:r>
          </a:p>
          <a:p>
            <a:pPr marL="152400" indent="0"/>
            <a:endParaRPr lang="en-US" dirty="0"/>
          </a:p>
          <a:p>
            <a:pPr marL="152400" indent="0"/>
            <a:endParaRPr lang="en-US" dirty="0"/>
          </a:p>
          <a:p>
            <a:pPr marL="152400" indent="0"/>
            <a:endParaRPr lang="en-US" dirty="0"/>
          </a:p>
          <a:p>
            <a:pPr marL="152400" indent="0"/>
            <a:r>
              <a:rPr lang="en-US" dirty="0"/>
              <a:t>Key Components of the Proposed System</a:t>
            </a:r>
          </a:p>
          <a:p>
            <a:pPr marL="438150" indent="-285750">
              <a:buFont typeface="Arial" panose="020B0604020202020204" pitchFamily="34" charset="0"/>
              <a:buChar char="•"/>
            </a:pPr>
            <a:r>
              <a:rPr lang="en-US" dirty="0"/>
              <a:t>Industrial Machinery :Represents the equipment being monitored (motors, pumps, turbines, CNC machines, etc.).</a:t>
            </a:r>
          </a:p>
          <a:p>
            <a:pPr marL="438150" indent="-285750">
              <a:buFont typeface="Arial" panose="020B0604020202020204" pitchFamily="34" charset="0"/>
              <a:buChar char="•"/>
            </a:pPr>
            <a:r>
              <a:rPr lang="en-US" dirty="0"/>
              <a:t>Data acquisition unit: Converts raw sensor signals into digital form. Ensures reliable and synchronized data collection.</a:t>
            </a:r>
          </a:p>
          <a:p>
            <a:pPr marL="438150" indent="-285750">
              <a:buFont typeface="Arial" panose="020B0604020202020204" pitchFamily="34" charset="0"/>
              <a:buChar char="•"/>
            </a:pPr>
            <a:r>
              <a:rPr lang="en-US" dirty="0"/>
              <a:t>Machine learning module: Uses algorithms such </a:t>
            </a:r>
            <a:r>
              <a:rPr lang="en-US" dirty="0" err="1"/>
              <a:t>as:Random</a:t>
            </a:r>
            <a:r>
              <a:rPr lang="en-US" dirty="0"/>
              <a:t> </a:t>
            </a:r>
            <a:r>
              <a:rPr lang="en-US" dirty="0" err="1"/>
              <a:t>Forest,Support</a:t>
            </a:r>
            <a:r>
              <a:rPr lang="en-US" dirty="0"/>
              <a:t> Vector Machine (SVM),Artificial Neural Networks (ANN),LSTM / Deep </a:t>
            </a:r>
            <a:r>
              <a:rPr lang="en-US" dirty="0" err="1"/>
              <a:t>Learning,Detects</a:t>
            </a:r>
            <a:r>
              <a:rPr lang="en-US" dirty="0"/>
              <a:t> anomalies and predicts failures.</a:t>
            </a:r>
          </a:p>
          <a:p>
            <a:pPr marL="438150" indent="-285750">
              <a:buFont typeface="Arial" panose="020B0604020202020204" pitchFamily="34" charset="0"/>
              <a:buChar char="•"/>
            </a:pPr>
            <a:endParaRPr lang="en-US" dirty="0"/>
          </a:p>
          <a:p>
            <a:pPr marL="152400" indent="0"/>
            <a:endParaRPr lang="en-IN" dirty="0"/>
          </a:p>
        </p:txBody>
      </p:sp>
      <p:sp>
        <p:nvSpPr>
          <p:cNvPr id="6" name="Rectangle 3">
            <a:extLst>
              <a:ext uri="{FF2B5EF4-FFF2-40B4-BE49-F238E27FC236}">
                <a16:creationId xmlns:a16="http://schemas.microsoft.com/office/drawing/2014/main" id="{D084AA87-D7B0-B825-661C-1AECDC42147D}"/>
              </a:ext>
            </a:extLst>
          </p:cNvPr>
          <p:cNvSpPr>
            <a:spLocks noChangeArrowheads="1"/>
          </p:cNvSpPr>
          <p:nvPr/>
        </p:nvSpPr>
        <p:spPr bwMode="auto">
          <a:xfrm rot="10800000" flipV="1">
            <a:off x="302078" y="2387084"/>
            <a:ext cx="884192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42664306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A0CA9-ED5D-3F09-02D2-292EDD2714D2}"/>
              </a:ext>
            </a:extLst>
          </p:cNvPr>
          <p:cNvSpPr>
            <a:spLocks noGrp="1"/>
          </p:cNvSpPr>
          <p:nvPr>
            <p:ph type="ctrTitle"/>
          </p:nvPr>
        </p:nvSpPr>
        <p:spPr>
          <a:xfrm>
            <a:off x="590760" y="171450"/>
            <a:ext cx="8340969" cy="617800"/>
          </a:xfrm>
        </p:spPr>
        <p:txBody>
          <a:bodyPr/>
          <a:lstStyle/>
          <a:p>
            <a:r>
              <a:rPr lang="en-US" sz="3200" dirty="0"/>
              <a:t>System View Of The Proposed System </a:t>
            </a:r>
            <a:endParaRPr lang="en-IN" sz="3200" dirty="0"/>
          </a:p>
        </p:txBody>
      </p:sp>
      <p:pic>
        <p:nvPicPr>
          <p:cNvPr id="7" name="Picture 6">
            <a:extLst>
              <a:ext uri="{FF2B5EF4-FFF2-40B4-BE49-F238E27FC236}">
                <a16:creationId xmlns:a16="http://schemas.microsoft.com/office/drawing/2014/main" id="{8F94459B-E1BF-BCD8-F16C-DD31C5E61D3D}"/>
              </a:ext>
            </a:extLst>
          </p:cNvPr>
          <p:cNvPicPr>
            <a:picLocks noChangeAspect="1"/>
          </p:cNvPicPr>
          <p:nvPr/>
        </p:nvPicPr>
        <p:blipFill>
          <a:blip r:embed="rId2"/>
          <a:stretch>
            <a:fillRect/>
          </a:stretch>
        </p:blipFill>
        <p:spPr>
          <a:xfrm>
            <a:off x="1812470" y="926646"/>
            <a:ext cx="5339443" cy="4045404"/>
          </a:xfrm>
          <a:prstGeom prst="rect">
            <a:avLst/>
          </a:prstGeom>
        </p:spPr>
      </p:pic>
    </p:spTree>
    <p:extLst>
      <p:ext uri="{BB962C8B-B14F-4D97-AF65-F5344CB8AC3E}">
        <p14:creationId xmlns:p14="http://schemas.microsoft.com/office/powerpoint/2010/main" val="27951615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C58BE-D709-791D-C8E8-665AAB6D101D}"/>
              </a:ext>
            </a:extLst>
          </p:cNvPr>
          <p:cNvSpPr>
            <a:spLocks noGrp="1"/>
          </p:cNvSpPr>
          <p:nvPr>
            <p:ph type="title"/>
          </p:nvPr>
        </p:nvSpPr>
        <p:spPr/>
        <p:txBody>
          <a:bodyPr/>
          <a:lstStyle/>
          <a:p>
            <a:pPr algn="ctr"/>
            <a:r>
              <a:rPr lang="en-US" dirty="0"/>
              <a:t>Work plan</a:t>
            </a:r>
            <a:endParaRPr lang="en-IN" dirty="0"/>
          </a:p>
        </p:txBody>
      </p:sp>
      <p:sp>
        <p:nvSpPr>
          <p:cNvPr id="3" name="Text Placeholder 2">
            <a:extLst>
              <a:ext uri="{FF2B5EF4-FFF2-40B4-BE49-F238E27FC236}">
                <a16:creationId xmlns:a16="http://schemas.microsoft.com/office/drawing/2014/main" id="{D9882A9F-4753-975C-D842-8E9EF5A7062D}"/>
              </a:ext>
            </a:extLst>
          </p:cNvPr>
          <p:cNvSpPr>
            <a:spLocks noGrp="1"/>
          </p:cNvSpPr>
          <p:nvPr>
            <p:ph type="body" idx="1"/>
          </p:nvPr>
        </p:nvSpPr>
        <p:spPr>
          <a:xfrm>
            <a:off x="622028" y="2878207"/>
            <a:ext cx="7704000" cy="348600"/>
          </a:xfrm>
        </p:spPr>
        <p:txBody>
          <a:bodyPr/>
          <a:lstStyle/>
          <a:p>
            <a:pPr marL="152400" indent="0">
              <a:buNone/>
            </a:pPr>
            <a:endParaRPr lang="en-IN" dirty="0"/>
          </a:p>
        </p:txBody>
      </p:sp>
      <p:graphicFrame>
        <p:nvGraphicFramePr>
          <p:cNvPr id="4" name="Table 3">
            <a:extLst>
              <a:ext uri="{FF2B5EF4-FFF2-40B4-BE49-F238E27FC236}">
                <a16:creationId xmlns:a16="http://schemas.microsoft.com/office/drawing/2014/main" id="{4303FB9A-6ECF-75B2-CE45-D2CCB3AD662A}"/>
              </a:ext>
            </a:extLst>
          </p:cNvPr>
          <p:cNvGraphicFramePr>
            <a:graphicFrameLocks noGrp="1"/>
          </p:cNvGraphicFramePr>
          <p:nvPr>
            <p:extLst>
              <p:ext uri="{D42A27DB-BD31-4B8C-83A1-F6EECF244321}">
                <p14:modId xmlns:p14="http://schemas.microsoft.com/office/powerpoint/2010/main" val="362621410"/>
              </p:ext>
            </p:extLst>
          </p:nvPr>
        </p:nvGraphicFramePr>
        <p:xfrm>
          <a:off x="302078" y="1200148"/>
          <a:ext cx="8621485" cy="3498329"/>
        </p:xfrm>
        <a:graphic>
          <a:graphicData uri="http://schemas.openxmlformats.org/drawingml/2006/table">
            <a:tbl>
              <a:tblPr firstRow="1" bandRow="1">
                <a:tableStyleId>{5C22544A-7EE6-4342-B048-85BDC9FD1C3A}</a:tableStyleId>
              </a:tblPr>
              <a:tblGrid>
                <a:gridCol w="2906618">
                  <a:extLst>
                    <a:ext uri="{9D8B030D-6E8A-4147-A177-3AD203B41FA5}">
                      <a16:colId xmlns:a16="http://schemas.microsoft.com/office/drawing/2014/main" val="4246721304"/>
                    </a:ext>
                  </a:extLst>
                </a:gridCol>
                <a:gridCol w="5714867">
                  <a:extLst>
                    <a:ext uri="{9D8B030D-6E8A-4147-A177-3AD203B41FA5}">
                      <a16:colId xmlns:a16="http://schemas.microsoft.com/office/drawing/2014/main" val="632953960"/>
                    </a:ext>
                  </a:extLst>
                </a:gridCol>
              </a:tblGrid>
              <a:tr h="413903">
                <a:tc>
                  <a:txBody>
                    <a:bodyPr/>
                    <a:lstStyle/>
                    <a:p>
                      <a:pPr>
                        <a:buNone/>
                      </a:pPr>
                      <a:r>
                        <a:rPr lang="en-IN" b="1" dirty="0"/>
                        <a:t>Phase</a:t>
                      </a:r>
                      <a:endParaRPr lang="en-IN" dirty="0"/>
                    </a:p>
                  </a:txBody>
                  <a:tcPr anchor="ctr"/>
                </a:tc>
                <a:tc>
                  <a:txBody>
                    <a:bodyPr/>
                    <a:lstStyle/>
                    <a:p>
                      <a:pPr>
                        <a:buNone/>
                      </a:pPr>
                      <a:r>
                        <a:rPr lang="en-IN" b="1" dirty="0"/>
                        <a:t>Activity</a:t>
                      </a:r>
                      <a:endParaRPr lang="en-IN" dirty="0"/>
                    </a:p>
                  </a:txBody>
                  <a:tcPr anchor="ctr"/>
                </a:tc>
                <a:extLst>
                  <a:ext uri="{0D108BD9-81ED-4DB2-BD59-A6C34878D82A}">
                    <a16:rowId xmlns:a16="http://schemas.microsoft.com/office/drawing/2014/main" val="2514002933"/>
                  </a:ext>
                </a:extLst>
              </a:tr>
              <a:tr h="413903">
                <a:tc>
                  <a:txBody>
                    <a:bodyPr/>
                    <a:lstStyle/>
                    <a:p>
                      <a:pPr>
                        <a:buNone/>
                      </a:pPr>
                      <a:r>
                        <a:rPr lang="en-IN" b="1">
                          <a:latin typeface="Times New Roman" panose="02020603050405020304" pitchFamily="18" charset="0"/>
                          <a:cs typeface="Times New Roman" panose="02020603050405020304" pitchFamily="18" charset="0"/>
                        </a:rPr>
                        <a:t>Phase 1</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dirty="0">
                          <a:latin typeface="Times New Roman" panose="02020603050405020304" pitchFamily="18" charset="0"/>
                          <a:cs typeface="Times New Roman" panose="02020603050405020304" pitchFamily="18" charset="0"/>
                        </a:rPr>
                        <a:t>Problem identification, literature review &amp; requirement analysis</a:t>
                      </a:r>
                    </a:p>
                  </a:txBody>
                  <a:tcPr anchor="ctr"/>
                </a:tc>
                <a:extLst>
                  <a:ext uri="{0D108BD9-81ED-4DB2-BD59-A6C34878D82A}">
                    <a16:rowId xmlns:a16="http://schemas.microsoft.com/office/drawing/2014/main" val="2534237792"/>
                  </a:ext>
                </a:extLst>
              </a:tr>
              <a:tr h="714407">
                <a:tc>
                  <a:txBody>
                    <a:bodyPr/>
                    <a:lstStyle/>
                    <a:p>
                      <a:pPr>
                        <a:buNone/>
                      </a:pPr>
                      <a:r>
                        <a:rPr lang="en-IN" b="1">
                          <a:latin typeface="Times New Roman" panose="02020603050405020304" pitchFamily="18" charset="0"/>
                          <a:cs typeface="Times New Roman" panose="02020603050405020304" pitchFamily="18" charset="0"/>
                        </a:rPr>
                        <a:t>Phase 2</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US" dirty="0">
                          <a:latin typeface="Times New Roman" panose="02020603050405020304" pitchFamily="18" charset="0"/>
                          <a:cs typeface="Times New Roman" panose="02020603050405020304" pitchFamily="18" charset="0"/>
                        </a:rPr>
                        <a:t>Sensor selection, data collection &amp; dataset preparation</a:t>
                      </a:r>
                    </a:p>
                  </a:txBody>
                  <a:tcPr anchor="ctr"/>
                </a:tc>
                <a:extLst>
                  <a:ext uri="{0D108BD9-81ED-4DB2-BD59-A6C34878D82A}">
                    <a16:rowId xmlns:a16="http://schemas.microsoft.com/office/drawing/2014/main" val="2407187079"/>
                  </a:ext>
                </a:extLst>
              </a:tr>
              <a:tr h="413903">
                <a:tc>
                  <a:txBody>
                    <a:bodyPr/>
                    <a:lstStyle/>
                    <a:p>
                      <a:pPr>
                        <a:buNone/>
                      </a:pPr>
                      <a:r>
                        <a:rPr lang="en-IN" b="1">
                          <a:latin typeface="Times New Roman" panose="02020603050405020304" pitchFamily="18" charset="0"/>
                          <a:cs typeface="Times New Roman" panose="02020603050405020304" pitchFamily="18" charset="0"/>
                        </a:rPr>
                        <a:t>Phase 3</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US" dirty="0">
                          <a:latin typeface="Times New Roman" panose="02020603050405020304" pitchFamily="18" charset="0"/>
                          <a:cs typeface="Times New Roman" panose="02020603050405020304" pitchFamily="18" charset="0"/>
                        </a:rPr>
                        <a:t>Data preprocessing &amp; feature extraction (noise removal, normalization)</a:t>
                      </a:r>
                    </a:p>
                  </a:txBody>
                  <a:tcPr anchor="ctr"/>
                </a:tc>
                <a:extLst>
                  <a:ext uri="{0D108BD9-81ED-4DB2-BD59-A6C34878D82A}">
                    <a16:rowId xmlns:a16="http://schemas.microsoft.com/office/drawing/2014/main" val="834950908"/>
                  </a:ext>
                </a:extLst>
              </a:tr>
              <a:tr h="714407">
                <a:tc>
                  <a:txBody>
                    <a:bodyPr/>
                    <a:lstStyle/>
                    <a:p>
                      <a:pPr>
                        <a:buNone/>
                      </a:pPr>
                      <a:r>
                        <a:rPr lang="en-IN" b="1">
                          <a:latin typeface="Times New Roman" panose="02020603050405020304" pitchFamily="18" charset="0"/>
                          <a:cs typeface="Times New Roman" panose="02020603050405020304" pitchFamily="18" charset="0"/>
                        </a:rPr>
                        <a:t>Phase 4</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US" dirty="0">
                          <a:latin typeface="Times New Roman" panose="02020603050405020304" pitchFamily="18" charset="0"/>
                          <a:cs typeface="Times New Roman" panose="02020603050405020304" pitchFamily="18" charset="0"/>
                        </a:rPr>
                        <a:t>Machine learning model development for failure prediction</a:t>
                      </a:r>
                    </a:p>
                  </a:txBody>
                  <a:tcPr anchor="ctr"/>
                </a:tc>
                <a:extLst>
                  <a:ext uri="{0D108BD9-81ED-4DB2-BD59-A6C34878D82A}">
                    <a16:rowId xmlns:a16="http://schemas.microsoft.com/office/drawing/2014/main" val="3184098887"/>
                  </a:ext>
                </a:extLst>
              </a:tr>
              <a:tr h="413903">
                <a:tc>
                  <a:txBody>
                    <a:bodyPr/>
                    <a:lstStyle/>
                    <a:p>
                      <a:pPr>
                        <a:buNone/>
                      </a:pPr>
                      <a:r>
                        <a:rPr lang="en-IN" b="1">
                          <a:latin typeface="Times New Roman" panose="02020603050405020304" pitchFamily="18" charset="0"/>
                          <a:cs typeface="Times New Roman" panose="02020603050405020304" pitchFamily="18" charset="0"/>
                        </a:rPr>
                        <a:t>Phase 5</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US" dirty="0">
                          <a:latin typeface="Times New Roman" panose="02020603050405020304" pitchFamily="18" charset="0"/>
                          <a:cs typeface="Times New Roman" panose="02020603050405020304" pitchFamily="18" charset="0"/>
                        </a:rPr>
                        <a:t>Model training, testing &amp; performance evaluation</a:t>
                      </a:r>
                      <a:endParaRPr lang="en-IN"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1971310103"/>
                  </a:ext>
                </a:extLst>
              </a:tr>
              <a:tr h="413903">
                <a:tc>
                  <a:txBody>
                    <a:bodyPr/>
                    <a:lstStyle/>
                    <a:p>
                      <a:pPr>
                        <a:buNone/>
                      </a:pPr>
                      <a:r>
                        <a:rPr lang="en-IN" b="1">
                          <a:latin typeface="Times New Roman" panose="02020603050405020304" pitchFamily="18" charset="0"/>
                          <a:cs typeface="Times New Roman" panose="02020603050405020304" pitchFamily="18" charset="0"/>
                        </a:rPr>
                        <a:t>Phase 6</a:t>
                      </a:r>
                      <a:endParaRPr lang="en-IN">
                        <a:latin typeface="Times New Roman" panose="02020603050405020304" pitchFamily="18" charset="0"/>
                        <a:cs typeface="Times New Roman" panose="02020603050405020304" pitchFamily="18" charset="0"/>
                      </a:endParaRPr>
                    </a:p>
                  </a:txBody>
                  <a:tcPr anchor="ctr"/>
                </a:tc>
                <a:tc>
                  <a:txBody>
                    <a:bodyPr/>
                    <a:lstStyle/>
                    <a:p>
                      <a:pPr>
                        <a:buNone/>
                      </a:pPr>
                      <a:r>
                        <a:rPr lang="en-IN" dirty="0">
                          <a:latin typeface="Times New Roman" panose="02020603050405020304" pitchFamily="18" charset="0"/>
                          <a:cs typeface="Times New Roman" panose="02020603050405020304" pitchFamily="18" charset="0"/>
                        </a:rPr>
                        <a:t>System integration, visualization dashboard &amp; result analysis</a:t>
                      </a:r>
                    </a:p>
                  </a:txBody>
                  <a:tcPr anchor="ctr"/>
                </a:tc>
                <a:extLst>
                  <a:ext uri="{0D108BD9-81ED-4DB2-BD59-A6C34878D82A}">
                    <a16:rowId xmlns:a16="http://schemas.microsoft.com/office/drawing/2014/main" val="1463324041"/>
                  </a:ext>
                </a:extLst>
              </a:tr>
            </a:tbl>
          </a:graphicData>
        </a:graphic>
      </p:graphicFrame>
    </p:spTree>
    <p:extLst>
      <p:ext uri="{BB962C8B-B14F-4D97-AF65-F5344CB8AC3E}">
        <p14:creationId xmlns:p14="http://schemas.microsoft.com/office/powerpoint/2010/main" val="3022011665"/>
      </p:ext>
    </p:extLst>
  </p:cSld>
  <p:clrMapOvr>
    <a:masterClrMapping/>
  </p:clrMapOvr>
</p:sld>
</file>

<file path=ppt/theme/theme1.xml><?xml version="1.0" encoding="utf-8"?>
<a:theme xmlns:a="http://schemas.openxmlformats.org/drawingml/2006/main" name="Data Migration Project Proposal by Slidesgo">
  <a:themeElements>
    <a:clrScheme name="Simple Light">
      <a:dk1>
        <a:srgbClr val="241160"/>
      </a:dk1>
      <a:lt1>
        <a:srgbClr val="FFFFFF"/>
      </a:lt1>
      <a:dk2>
        <a:srgbClr val="E2E4FC"/>
      </a:dk2>
      <a:lt2>
        <a:srgbClr val="8861F1"/>
      </a:lt2>
      <a:accent1>
        <a:srgbClr val="545EEA"/>
      </a:accent1>
      <a:accent2>
        <a:srgbClr val="0B9CDC"/>
      </a:accent2>
      <a:accent3>
        <a:srgbClr val="01CFE6"/>
      </a:accent3>
      <a:accent4>
        <a:srgbClr val="FFFFFF"/>
      </a:accent4>
      <a:accent5>
        <a:srgbClr val="FFFFFF"/>
      </a:accent5>
      <a:accent6>
        <a:srgbClr val="FFFFFF"/>
      </a:accent6>
      <a:hlink>
        <a:srgbClr val="24116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69</TotalTime>
  <Words>1599</Words>
  <Application>Microsoft Office PowerPoint</Application>
  <PresentationFormat>On-screen Show (16:9)</PresentationFormat>
  <Paragraphs>418</Paragraphs>
  <Slides>16</Slides>
  <Notes>2</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16</vt:i4>
      </vt:variant>
    </vt:vector>
  </HeadingPairs>
  <TitlesOfParts>
    <vt:vector size="28" baseType="lpstr">
      <vt:lpstr>Calibri</vt:lpstr>
      <vt:lpstr>Times New Roman</vt:lpstr>
      <vt:lpstr>Space Grotesk</vt:lpstr>
      <vt:lpstr>Raleway</vt:lpstr>
      <vt:lpstr>Space Grotesk Medium</vt:lpstr>
      <vt:lpstr>Open Sans</vt:lpstr>
      <vt:lpstr>Cairo</vt:lpstr>
      <vt:lpstr>PT Sans</vt:lpstr>
      <vt:lpstr>Anaheim</vt:lpstr>
      <vt:lpstr>Arial</vt:lpstr>
      <vt:lpstr>Nunito Light</vt:lpstr>
      <vt:lpstr>Data Migration Project Proposal by Slidesgo</vt:lpstr>
      <vt:lpstr> Title: Predictive Maintenance in Industrial Machinery using Machine Learning under the guidance of Dr. Gujjeti Nagaraju </vt:lpstr>
      <vt:lpstr>ABSTRACT: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 from research papers</vt:lpstr>
      <vt:lpstr>Problem definition</vt:lpstr>
      <vt:lpstr>System View Of The Proposed System </vt:lpstr>
      <vt:lpstr>Work plan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Predictive Maintenance in Industrial Machinery using Machine Learning</dc:title>
  <dc:creator>Rishita</dc:creator>
  <cp:lastModifiedBy>Prathipati Rishita</cp:lastModifiedBy>
  <cp:revision>4</cp:revision>
  <dcterms:created xsi:type="dcterms:W3CDTF">2026-01-08T17:13:00Z</dcterms:created>
  <dcterms:modified xsi:type="dcterms:W3CDTF">2026-02-06T16:07:06Z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8AEB403DDBF3428C81DD4875A9F3EA41_13</vt:lpwstr>
  </property>
  <property fmtid="{D5CDD505-2E9C-101B-9397-08002B2CF9AE}" pid="3" name="KSOProductBuildVer">
    <vt:lpwstr>1033-12.2.0.23196</vt:lpwstr>
  </property>
</Properties>
</file>